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6" r:id="rId5"/>
    <p:sldId id="269" r:id="rId6"/>
    <p:sldId id="268" r:id="rId7"/>
    <p:sldId id="258" r:id="rId8"/>
    <p:sldId id="270" r:id="rId9"/>
    <p:sldId id="271" r:id="rId10"/>
    <p:sldId id="272" r:id="rId11"/>
    <p:sldId id="263" r:id="rId12"/>
    <p:sldId id="264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29AEDB-5566-466A-941D-CCC7C0CAC799}" v="31" dt="2025-12-26T04:13:01.3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6" d="100"/>
          <a:sy n="56" d="100"/>
        </p:scale>
        <p:origin x="-892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glar, Mehmet Sina (152)" userId="8fc74d70-0c46-47ed-9cc0-13e8f9e69df7" providerId="ADAL" clId="{F6D7B0A0-8281-42B4-9DF8-360E1381CD6C}"/>
    <pc:docChg chg="undo redo custSel addSld delSld modSld sldOrd">
      <pc:chgData name="Caglar, Mehmet Sina (152)" userId="8fc74d70-0c46-47ed-9cc0-13e8f9e69df7" providerId="ADAL" clId="{F6D7B0A0-8281-42B4-9DF8-360E1381CD6C}" dt="2025-12-26T04:14:25.261" v="6623" actId="20577"/>
      <pc:docMkLst>
        <pc:docMk/>
      </pc:docMkLst>
      <pc:sldChg chg="addSp delSp modSp new mod setBg">
        <pc:chgData name="Caglar, Mehmet Sina (152)" userId="8fc74d70-0c46-47ed-9cc0-13e8f9e69df7" providerId="ADAL" clId="{F6D7B0A0-8281-42B4-9DF8-360E1381CD6C}" dt="2025-12-25T18:54:55.495" v="5748" actId="1076"/>
        <pc:sldMkLst>
          <pc:docMk/>
          <pc:sldMk cId="3022934500" sldId="256"/>
        </pc:sldMkLst>
        <pc:spChg chg="mod">
          <ac:chgData name="Caglar, Mehmet Sina (152)" userId="8fc74d70-0c46-47ed-9cc0-13e8f9e69df7" providerId="ADAL" clId="{F6D7B0A0-8281-42B4-9DF8-360E1381CD6C}" dt="2025-12-25T16:20:58.327" v="5131" actId="14100"/>
          <ac:spMkLst>
            <pc:docMk/>
            <pc:sldMk cId="3022934500" sldId="256"/>
            <ac:spMk id="2" creationId="{00FC671A-E30F-6A89-496D-87A9B5BEE8E8}"/>
          </ac:spMkLst>
        </pc:spChg>
        <pc:spChg chg="mod">
          <ac:chgData name="Caglar, Mehmet Sina (152)" userId="8fc74d70-0c46-47ed-9cc0-13e8f9e69df7" providerId="ADAL" clId="{F6D7B0A0-8281-42B4-9DF8-360E1381CD6C}" dt="2025-12-25T18:54:55.495" v="5748" actId="1076"/>
          <ac:spMkLst>
            <pc:docMk/>
            <pc:sldMk cId="3022934500" sldId="256"/>
            <ac:spMk id="3" creationId="{291895C0-FFB1-16CC-E8E9-CA766716ADD1}"/>
          </ac:spMkLst>
        </pc:spChg>
        <pc:spChg chg="add del">
          <ac:chgData name="Caglar, Mehmet Sina (152)" userId="8fc74d70-0c46-47ed-9cc0-13e8f9e69df7" providerId="ADAL" clId="{F6D7B0A0-8281-42B4-9DF8-360E1381CD6C}" dt="2025-12-25T16:20:12.749" v="5122" actId="26606"/>
          <ac:spMkLst>
            <pc:docMk/>
            <pc:sldMk cId="3022934500" sldId="256"/>
            <ac:spMk id="8" creationId="{DEE2AD96-B495-4E06-9291-B71706F728CB}"/>
          </ac:spMkLst>
        </pc:spChg>
        <pc:spChg chg="add del">
          <ac:chgData name="Caglar, Mehmet Sina (152)" userId="8fc74d70-0c46-47ed-9cc0-13e8f9e69df7" providerId="ADAL" clId="{F6D7B0A0-8281-42B4-9DF8-360E1381CD6C}" dt="2025-12-25T16:20:12.749" v="5122" actId="26606"/>
          <ac:spMkLst>
            <pc:docMk/>
            <pc:sldMk cId="3022934500" sldId="256"/>
            <ac:spMk id="10" creationId="{53CF6D67-C5A8-4ADD-9E8E-1E38CA1D3166}"/>
          </ac:spMkLst>
        </pc:spChg>
        <pc:spChg chg="add del">
          <ac:chgData name="Caglar, Mehmet Sina (152)" userId="8fc74d70-0c46-47ed-9cc0-13e8f9e69df7" providerId="ADAL" clId="{F6D7B0A0-8281-42B4-9DF8-360E1381CD6C}" dt="2025-12-25T16:20:12.749" v="5122" actId="26606"/>
          <ac:spMkLst>
            <pc:docMk/>
            <pc:sldMk cId="3022934500" sldId="256"/>
            <ac:spMk id="12" creationId="{86909FA0-B515-4681-B7A8-FA281D133B94}"/>
          </ac:spMkLst>
        </pc:spChg>
        <pc:spChg chg="add del">
          <ac:chgData name="Caglar, Mehmet Sina (152)" userId="8fc74d70-0c46-47ed-9cc0-13e8f9e69df7" providerId="ADAL" clId="{F6D7B0A0-8281-42B4-9DF8-360E1381CD6C}" dt="2025-12-25T16:20:12.749" v="5122" actId="26606"/>
          <ac:spMkLst>
            <pc:docMk/>
            <pc:sldMk cId="3022934500" sldId="256"/>
            <ac:spMk id="14" creationId="{21C9FE86-FCC3-4A31-AA1C-C882262B7FE7}"/>
          </ac:spMkLst>
        </pc:spChg>
        <pc:spChg chg="add">
          <ac:chgData name="Caglar, Mehmet Sina (152)" userId="8fc74d70-0c46-47ed-9cc0-13e8f9e69df7" providerId="ADAL" clId="{F6D7B0A0-8281-42B4-9DF8-360E1381CD6C}" dt="2025-12-25T16:19:53.017" v="5119" actId="26606"/>
          <ac:spMkLst>
            <pc:docMk/>
            <pc:sldMk cId="3022934500" sldId="256"/>
            <ac:spMk id="16" creationId="{7D96243B-ECED-4B71-8E06-AE9A285EAD20}"/>
          </ac:spMkLst>
        </pc:spChg>
        <pc:spChg chg="add del">
          <ac:chgData name="Caglar, Mehmet Sina (152)" userId="8fc74d70-0c46-47ed-9cc0-13e8f9e69df7" providerId="ADAL" clId="{F6D7B0A0-8281-42B4-9DF8-360E1381CD6C}" dt="2025-12-25T16:20:12.749" v="5122" actId="26606"/>
          <ac:spMkLst>
            <pc:docMk/>
            <pc:sldMk cId="3022934500" sldId="256"/>
            <ac:spMk id="18" creationId="{A09989E4-EFDC-4A90-A633-E0525FB4139E}"/>
          </ac:spMkLst>
        </pc:spChg>
        <pc:spChg chg="add del">
          <ac:chgData name="Caglar, Mehmet Sina (152)" userId="8fc74d70-0c46-47ed-9cc0-13e8f9e69df7" providerId="ADAL" clId="{F6D7B0A0-8281-42B4-9DF8-360E1381CD6C}" dt="2025-12-25T16:20:12.734" v="5121" actId="26606"/>
          <ac:spMkLst>
            <pc:docMk/>
            <pc:sldMk cId="3022934500" sldId="256"/>
            <ac:spMk id="23" creationId="{09588DA8-065E-4F6F-8EFD-43104AB2E0CF}"/>
          </ac:spMkLst>
        </pc:spChg>
        <pc:spChg chg="add del">
          <ac:chgData name="Caglar, Mehmet Sina (152)" userId="8fc74d70-0c46-47ed-9cc0-13e8f9e69df7" providerId="ADAL" clId="{F6D7B0A0-8281-42B4-9DF8-360E1381CD6C}" dt="2025-12-25T16:20:12.734" v="5121" actId="26606"/>
          <ac:spMkLst>
            <pc:docMk/>
            <pc:sldMk cId="3022934500" sldId="256"/>
            <ac:spMk id="25" creationId="{C4285719-470E-454C-AF62-8323075F1F5B}"/>
          </ac:spMkLst>
        </pc:spChg>
        <pc:spChg chg="add del">
          <ac:chgData name="Caglar, Mehmet Sina (152)" userId="8fc74d70-0c46-47ed-9cc0-13e8f9e69df7" providerId="ADAL" clId="{F6D7B0A0-8281-42B4-9DF8-360E1381CD6C}" dt="2025-12-25T16:20:12.734" v="5121" actId="26606"/>
          <ac:spMkLst>
            <pc:docMk/>
            <pc:sldMk cId="3022934500" sldId="256"/>
            <ac:spMk id="27" creationId="{CD9FE4EF-C4D8-49A0-B2FF-81D8DB7D8A24}"/>
          </ac:spMkLst>
        </pc:spChg>
        <pc:spChg chg="add del">
          <ac:chgData name="Caglar, Mehmet Sina (152)" userId="8fc74d70-0c46-47ed-9cc0-13e8f9e69df7" providerId="ADAL" clId="{F6D7B0A0-8281-42B4-9DF8-360E1381CD6C}" dt="2025-12-25T16:20:12.734" v="5121" actId="26606"/>
          <ac:spMkLst>
            <pc:docMk/>
            <pc:sldMk cId="3022934500" sldId="256"/>
            <ac:spMk id="29" creationId="{4300840D-0A0B-4512-BACA-B439D5B9C57C}"/>
          </ac:spMkLst>
        </pc:spChg>
        <pc:spChg chg="add del">
          <ac:chgData name="Caglar, Mehmet Sina (152)" userId="8fc74d70-0c46-47ed-9cc0-13e8f9e69df7" providerId="ADAL" clId="{F6D7B0A0-8281-42B4-9DF8-360E1381CD6C}" dt="2025-12-25T16:20:12.734" v="5121" actId="26606"/>
          <ac:spMkLst>
            <pc:docMk/>
            <pc:sldMk cId="3022934500" sldId="256"/>
            <ac:spMk id="31" creationId="{D2B78728-A580-49A7-84F9-6EF6F583ADE0}"/>
          </ac:spMkLst>
        </pc:spChg>
        <pc:spChg chg="add del">
          <ac:chgData name="Caglar, Mehmet Sina (152)" userId="8fc74d70-0c46-47ed-9cc0-13e8f9e69df7" providerId="ADAL" clId="{F6D7B0A0-8281-42B4-9DF8-360E1381CD6C}" dt="2025-12-25T16:20:12.734" v="5121" actId="26606"/>
          <ac:spMkLst>
            <pc:docMk/>
            <pc:sldMk cId="3022934500" sldId="256"/>
            <ac:spMk id="33" creationId="{38FAA1A1-D861-433F-88FA-1E9D6FD31D11}"/>
          </ac:spMkLst>
        </pc:spChg>
        <pc:spChg chg="add">
          <ac:chgData name="Caglar, Mehmet Sina (152)" userId="8fc74d70-0c46-47ed-9cc0-13e8f9e69df7" providerId="ADAL" clId="{F6D7B0A0-8281-42B4-9DF8-360E1381CD6C}" dt="2025-12-25T16:20:12.749" v="5122" actId="26606"/>
          <ac:spMkLst>
            <pc:docMk/>
            <pc:sldMk cId="3022934500" sldId="256"/>
            <ac:spMk id="38" creationId="{53CF6D67-C5A8-4ADD-9E8E-1E38CA1D3166}"/>
          </ac:spMkLst>
        </pc:spChg>
        <pc:spChg chg="add">
          <ac:chgData name="Caglar, Mehmet Sina (152)" userId="8fc74d70-0c46-47ed-9cc0-13e8f9e69df7" providerId="ADAL" clId="{F6D7B0A0-8281-42B4-9DF8-360E1381CD6C}" dt="2025-12-25T16:20:12.749" v="5122" actId="26606"/>
          <ac:spMkLst>
            <pc:docMk/>
            <pc:sldMk cId="3022934500" sldId="256"/>
            <ac:spMk id="39" creationId="{86909FA0-B515-4681-B7A8-FA281D133B94}"/>
          </ac:spMkLst>
        </pc:spChg>
        <pc:spChg chg="add">
          <ac:chgData name="Caglar, Mehmet Sina (152)" userId="8fc74d70-0c46-47ed-9cc0-13e8f9e69df7" providerId="ADAL" clId="{F6D7B0A0-8281-42B4-9DF8-360E1381CD6C}" dt="2025-12-25T16:20:12.749" v="5122" actId="26606"/>
          <ac:spMkLst>
            <pc:docMk/>
            <pc:sldMk cId="3022934500" sldId="256"/>
            <ac:spMk id="40" creationId="{21C9FE86-FCC3-4A31-AA1C-C882262B7FE7}"/>
          </ac:spMkLst>
        </pc:spChg>
        <pc:spChg chg="add">
          <ac:chgData name="Caglar, Mehmet Sina (152)" userId="8fc74d70-0c46-47ed-9cc0-13e8f9e69df7" providerId="ADAL" clId="{F6D7B0A0-8281-42B4-9DF8-360E1381CD6C}" dt="2025-12-25T16:20:12.749" v="5122" actId="26606"/>
          <ac:spMkLst>
            <pc:docMk/>
            <pc:sldMk cId="3022934500" sldId="256"/>
            <ac:spMk id="41" creationId="{7D96243B-ECED-4B71-8E06-AE9A285EAD20}"/>
          </ac:spMkLst>
        </pc:spChg>
        <pc:spChg chg="add">
          <ac:chgData name="Caglar, Mehmet Sina (152)" userId="8fc74d70-0c46-47ed-9cc0-13e8f9e69df7" providerId="ADAL" clId="{F6D7B0A0-8281-42B4-9DF8-360E1381CD6C}" dt="2025-12-25T16:20:12.749" v="5122" actId="26606"/>
          <ac:spMkLst>
            <pc:docMk/>
            <pc:sldMk cId="3022934500" sldId="256"/>
            <ac:spMk id="42" creationId="{A09989E4-EFDC-4A90-A633-E0525FB4139E}"/>
          </ac:spMkLst>
        </pc:spChg>
      </pc:sldChg>
      <pc:sldChg chg="addSp modSp new mod setBg">
        <pc:chgData name="Caglar, Mehmet Sina (152)" userId="8fc74d70-0c46-47ed-9cc0-13e8f9e69df7" providerId="ADAL" clId="{F6D7B0A0-8281-42B4-9DF8-360E1381CD6C}" dt="2025-12-25T16:27:21.678" v="5220" actId="120"/>
        <pc:sldMkLst>
          <pc:docMk/>
          <pc:sldMk cId="687277215" sldId="257"/>
        </pc:sldMkLst>
        <pc:spChg chg="mod">
          <ac:chgData name="Caglar, Mehmet Sina (152)" userId="8fc74d70-0c46-47ed-9cc0-13e8f9e69df7" providerId="ADAL" clId="{F6D7B0A0-8281-42B4-9DF8-360E1381CD6C}" dt="2025-12-25T16:06:33.216" v="4998" actId="26606"/>
          <ac:spMkLst>
            <pc:docMk/>
            <pc:sldMk cId="687277215" sldId="257"/>
            <ac:spMk id="2" creationId="{F8E55CE1-4DF9-9C89-2F4E-CA0F12F5C9FE}"/>
          </ac:spMkLst>
        </pc:spChg>
        <pc:spChg chg="mod">
          <ac:chgData name="Caglar, Mehmet Sina (152)" userId="8fc74d70-0c46-47ed-9cc0-13e8f9e69df7" providerId="ADAL" clId="{F6D7B0A0-8281-42B4-9DF8-360E1381CD6C}" dt="2025-12-25T16:27:21.678" v="5220" actId="120"/>
          <ac:spMkLst>
            <pc:docMk/>
            <pc:sldMk cId="687277215" sldId="257"/>
            <ac:spMk id="3" creationId="{70C80221-F73A-5EDB-80E1-4CEFAE23524E}"/>
          </ac:spMkLst>
        </pc:spChg>
        <pc:grpChg chg="add">
          <ac:chgData name="Caglar, Mehmet Sina (152)" userId="8fc74d70-0c46-47ed-9cc0-13e8f9e69df7" providerId="ADAL" clId="{F6D7B0A0-8281-42B4-9DF8-360E1381CD6C}" dt="2025-12-25T16:06:33.216" v="4998" actId="26606"/>
          <ac:grpSpMkLst>
            <pc:docMk/>
            <pc:sldMk cId="687277215" sldId="257"/>
            <ac:grpSpMk id="8" creationId="{BFA0556F-739D-56FA-2681-5D722A5C755C}"/>
          </ac:grpSpMkLst>
        </pc:grpChg>
      </pc:sldChg>
      <pc:sldChg chg="addSp modSp new mod setBg">
        <pc:chgData name="Caglar, Mehmet Sina (152)" userId="8fc74d70-0c46-47ed-9cc0-13e8f9e69df7" providerId="ADAL" clId="{F6D7B0A0-8281-42B4-9DF8-360E1381CD6C}" dt="2025-12-26T04:13:02.688" v="6609" actId="27636"/>
        <pc:sldMkLst>
          <pc:docMk/>
          <pc:sldMk cId="3608133323" sldId="258"/>
        </pc:sldMkLst>
        <pc:spChg chg="mod">
          <ac:chgData name="Caglar, Mehmet Sina (152)" userId="8fc74d70-0c46-47ed-9cc0-13e8f9e69df7" providerId="ADAL" clId="{F6D7B0A0-8281-42B4-9DF8-360E1381CD6C}" dt="2025-12-25T16:06:07.270" v="4996" actId="26606"/>
          <ac:spMkLst>
            <pc:docMk/>
            <pc:sldMk cId="3608133323" sldId="258"/>
            <ac:spMk id="2" creationId="{0FBFD07B-AA72-F788-B3EE-DC21E423E3CB}"/>
          </ac:spMkLst>
        </pc:spChg>
        <pc:spChg chg="mod">
          <ac:chgData name="Caglar, Mehmet Sina (152)" userId="8fc74d70-0c46-47ed-9cc0-13e8f9e69df7" providerId="ADAL" clId="{F6D7B0A0-8281-42B4-9DF8-360E1381CD6C}" dt="2025-12-26T04:13:02.688" v="6609" actId="27636"/>
          <ac:spMkLst>
            <pc:docMk/>
            <pc:sldMk cId="3608133323" sldId="258"/>
            <ac:spMk id="3" creationId="{42DC90A2-62F3-14EA-23EB-6F6E29AF05D5}"/>
          </ac:spMkLst>
        </pc:spChg>
        <pc:grpChg chg="add">
          <ac:chgData name="Caglar, Mehmet Sina (152)" userId="8fc74d70-0c46-47ed-9cc0-13e8f9e69df7" providerId="ADAL" clId="{F6D7B0A0-8281-42B4-9DF8-360E1381CD6C}" dt="2025-12-25T16:06:07.270" v="4996" actId="26606"/>
          <ac:grpSpMkLst>
            <pc:docMk/>
            <pc:sldMk cId="3608133323" sldId="258"/>
            <ac:grpSpMk id="8" creationId="{BFA0556F-739D-56FA-2681-5D722A5C755C}"/>
          </ac:grpSpMkLst>
        </pc:grpChg>
      </pc:sldChg>
      <pc:sldChg chg="addSp modSp new del mod setBg">
        <pc:chgData name="Caglar, Mehmet Sina (152)" userId="8fc74d70-0c46-47ed-9cc0-13e8f9e69df7" providerId="ADAL" clId="{F6D7B0A0-8281-42B4-9DF8-360E1381CD6C}" dt="2025-12-25T16:29:54.510" v="5388" actId="47"/>
        <pc:sldMkLst>
          <pc:docMk/>
          <pc:sldMk cId="816052947" sldId="259"/>
        </pc:sldMkLst>
        <pc:spChg chg="mod">
          <ac:chgData name="Caglar, Mehmet Sina (152)" userId="8fc74d70-0c46-47ed-9cc0-13e8f9e69df7" providerId="ADAL" clId="{F6D7B0A0-8281-42B4-9DF8-360E1381CD6C}" dt="2025-12-25T16:06:14.073" v="4997" actId="26606"/>
          <ac:spMkLst>
            <pc:docMk/>
            <pc:sldMk cId="816052947" sldId="259"/>
            <ac:spMk id="2" creationId="{2E6465B1-756E-4276-68EF-FDCA0388FDBC}"/>
          </ac:spMkLst>
        </pc:spChg>
        <pc:spChg chg="mod">
          <ac:chgData name="Caglar, Mehmet Sina (152)" userId="8fc74d70-0c46-47ed-9cc0-13e8f9e69df7" providerId="ADAL" clId="{F6D7B0A0-8281-42B4-9DF8-360E1381CD6C}" dt="2025-12-25T16:06:14.073" v="4997" actId="26606"/>
          <ac:spMkLst>
            <pc:docMk/>
            <pc:sldMk cId="816052947" sldId="259"/>
            <ac:spMk id="3" creationId="{1F53D056-9625-986F-2EAC-A9FE61CBD962}"/>
          </ac:spMkLst>
        </pc:spChg>
        <pc:grpChg chg="add">
          <ac:chgData name="Caglar, Mehmet Sina (152)" userId="8fc74d70-0c46-47ed-9cc0-13e8f9e69df7" providerId="ADAL" clId="{F6D7B0A0-8281-42B4-9DF8-360E1381CD6C}" dt="2025-12-25T16:06:14.073" v="4997" actId="26606"/>
          <ac:grpSpMkLst>
            <pc:docMk/>
            <pc:sldMk cId="816052947" sldId="259"/>
            <ac:grpSpMk id="8" creationId="{BFA0556F-739D-56FA-2681-5D722A5C755C}"/>
          </ac:grpSpMkLst>
        </pc:grpChg>
      </pc:sldChg>
      <pc:sldChg chg="addSp delSp modSp new del mod">
        <pc:chgData name="Caglar, Mehmet Sina (152)" userId="8fc74d70-0c46-47ed-9cc0-13e8f9e69df7" providerId="ADAL" clId="{F6D7B0A0-8281-42B4-9DF8-360E1381CD6C}" dt="2025-12-25T18:41:48.126" v="5600" actId="47"/>
        <pc:sldMkLst>
          <pc:docMk/>
          <pc:sldMk cId="780244864" sldId="260"/>
        </pc:sldMkLst>
        <pc:spChg chg="mod">
          <ac:chgData name="Caglar, Mehmet Sina (152)" userId="8fc74d70-0c46-47ed-9cc0-13e8f9e69df7" providerId="ADAL" clId="{F6D7B0A0-8281-42B4-9DF8-360E1381CD6C}" dt="2025-12-25T15:43:04.713" v="4597" actId="122"/>
          <ac:spMkLst>
            <pc:docMk/>
            <pc:sldMk cId="780244864" sldId="260"/>
            <ac:spMk id="2" creationId="{E98E252E-8407-0B8B-C582-87691D93F464}"/>
          </ac:spMkLst>
        </pc:spChg>
        <pc:spChg chg="mod">
          <ac:chgData name="Caglar, Mehmet Sina (152)" userId="8fc74d70-0c46-47ed-9cc0-13e8f9e69df7" providerId="ADAL" clId="{F6D7B0A0-8281-42B4-9DF8-360E1381CD6C}" dt="2025-12-25T16:30:30.531" v="5392" actId="1076"/>
          <ac:spMkLst>
            <pc:docMk/>
            <pc:sldMk cId="780244864" sldId="260"/>
            <ac:spMk id="3" creationId="{60D3BE67-DD50-65C7-AB1D-E9DAE2EE9E91}"/>
          </ac:spMkLst>
        </pc:spChg>
        <pc:spChg chg="add mod">
          <ac:chgData name="Caglar, Mehmet Sina (152)" userId="8fc74d70-0c46-47ed-9cc0-13e8f9e69df7" providerId="ADAL" clId="{F6D7B0A0-8281-42B4-9DF8-360E1381CD6C}" dt="2025-12-25T16:31:45.554" v="5423" actId="20577"/>
          <ac:spMkLst>
            <pc:docMk/>
            <pc:sldMk cId="780244864" sldId="260"/>
            <ac:spMk id="4" creationId="{278952DA-D87F-2C04-6F41-3C7BF6FFA5BD}"/>
          </ac:spMkLst>
        </pc:spChg>
        <pc:spChg chg="add del mod">
          <ac:chgData name="Caglar, Mehmet Sina (152)" userId="8fc74d70-0c46-47ed-9cc0-13e8f9e69df7" providerId="ADAL" clId="{F6D7B0A0-8281-42B4-9DF8-360E1381CD6C}" dt="2025-12-25T15:19:03.639" v="4396"/>
          <ac:spMkLst>
            <pc:docMk/>
            <pc:sldMk cId="780244864" sldId="260"/>
            <ac:spMk id="4" creationId="{70A0B9A0-6BF3-0F1B-5BC9-A7AD9B197747}"/>
          </ac:spMkLst>
        </pc:spChg>
        <pc:spChg chg="add mod">
          <ac:chgData name="Caglar, Mehmet Sina (152)" userId="8fc74d70-0c46-47ed-9cc0-13e8f9e69df7" providerId="ADAL" clId="{F6D7B0A0-8281-42B4-9DF8-360E1381CD6C}" dt="2025-12-25T16:17:06.992" v="5111" actId="207"/>
          <ac:spMkLst>
            <pc:docMk/>
            <pc:sldMk cId="780244864" sldId="260"/>
            <ac:spMk id="5" creationId="{44C6528C-E650-B7D1-EFF9-F92D1990D9F7}"/>
          </ac:spMkLst>
        </pc:spChg>
        <pc:spChg chg="add mod">
          <ac:chgData name="Caglar, Mehmet Sina (152)" userId="8fc74d70-0c46-47ed-9cc0-13e8f9e69df7" providerId="ADAL" clId="{F6D7B0A0-8281-42B4-9DF8-360E1381CD6C}" dt="2025-12-25T16:17:03.028" v="5110" actId="207"/>
          <ac:spMkLst>
            <pc:docMk/>
            <pc:sldMk cId="780244864" sldId="260"/>
            <ac:spMk id="6" creationId="{C945D52F-0539-D83E-7C30-634DBB75D340}"/>
          </ac:spMkLst>
        </pc:spChg>
        <pc:spChg chg="add del mod ord">
          <ac:chgData name="Caglar, Mehmet Sina (152)" userId="8fc74d70-0c46-47ed-9cc0-13e8f9e69df7" providerId="ADAL" clId="{F6D7B0A0-8281-42B4-9DF8-360E1381CD6C}" dt="2025-12-25T16:10:50.529" v="5050" actId="478"/>
          <ac:spMkLst>
            <pc:docMk/>
            <pc:sldMk cId="780244864" sldId="260"/>
            <ac:spMk id="7" creationId="{C36FA749-FA2D-77D6-C02B-1A70FBFD6A70}"/>
          </ac:spMkLst>
        </pc:spChg>
        <pc:spChg chg="add del">
          <ac:chgData name="Caglar, Mehmet Sina (152)" userId="8fc74d70-0c46-47ed-9cc0-13e8f9e69df7" providerId="ADAL" clId="{F6D7B0A0-8281-42B4-9DF8-360E1381CD6C}" dt="2025-12-25T15:46:29.081" v="4639" actId="11529"/>
          <ac:spMkLst>
            <pc:docMk/>
            <pc:sldMk cId="780244864" sldId="260"/>
            <ac:spMk id="8" creationId="{94758EE4-0B9E-90CB-EC5F-EDC6808B6E59}"/>
          </ac:spMkLst>
        </pc:spChg>
        <pc:spChg chg="add del mod ord">
          <ac:chgData name="Caglar, Mehmet Sina (152)" userId="8fc74d70-0c46-47ed-9cc0-13e8f9e69df7" providerId="ADAL" clId="{F6D7B0A0-8281-42B4-9DF8-360E1381CD6C}" dt="2025-12-25T16:10:53.029" v="5051" actId="478"/>
          <ac:spMkLst>
            <pc:docMk/>
            <pc:sldMk cId="780244864" sldId="260"/>
            <ac:spMk id="9" creationId="{E7A08258-0165-C412-9784-F301B45943C9}"/>
          </ac:spMkLst>
        </pc:spChg>
        <pc:spChg chg="add del mod ord">
          <ac:chgData name="Caglar, Mehmet Sina (152)" userId="8fc74d70-0c46-47ed-9cc0-13e8f9e69df7" providerId="ADAL" clId="{F6D7B0A0-8281-42B4-9DF8-360E1381CD6C}" dt="2025-12-25T16:10:55.244" v="5052" actId="478"/>
          <ac:spMkLst>
            <pc:docMk/>
            <pc:sldMk cId="780244864" sldId="260"/>
            <ac:spMk id="10" creationId="{B4660707-D298-DB01-A42D-D18A07305EF6}"/>
          </ac:spMkLst>
        </pc:spChg>
        <pc:spChg chg="add del">
          <ac:chgData name="Caglar, Mehmet Sina (152)" userId="8fc74d70-0c46-47ed-9cc0-13e8f9e69df7" providerId="ADAL" clId="{F6D7B0A0-8281-42B4-9DF8-360E1381CD6C}" dt="2025-12-25T16:10:40.293" v="5049" actId="478"/>
          <ac:spMkLst>
            <pc:docMk/>
            <pc:sldMk cId="780244864" sldId="260"/>
            <ac:spMk id="11" creationId="{17A29826-AD72-AAD8-A3C2-B90ED91F2AC5}"/>
          </ac:spMkLst>
        </pc:spChg>
        <pc:spChg chg="add del mod ord">
          <ac:chgData name="Caglar, Mehmet Sina (152)" userId="8fc74d70-0c46-47ed-9cc0-13e8f9e69df7" providerId="ADAL" clId="{F6D7B0A0-8281-42B4-9DF8-360E1381CD6C}" dt="2025-12-25T16:30:28.045" v="5391" actId="1076"/>
          <ac:spMkLst>
            <pc:docMk/>
            <pc:sldMk cId="780244864" sldId="260"/>
            <ac:spMk id="12" creationId="{1C296730-BFD7-78E9-3AFF-EBC2BCB72B72}"/>
          </ac:spMkLst>
        </pc:spChg>
        <pc:spChg chg="add del">
          <ac:chgData name="Caglar, Mehmet Sina (152)" userId="8fc74d70-0c46-47ed-9cc0-13e8f9e69df7" providerId="ADAL" clId="{F6D7B0A0-8281-42B4-9DF8-360E1381CD6C}" dt="2025-12-25T16:12:38.346" v="5064" actId="478"/>
          <ac:spMkLst>
            <pc:docMk/>
            <pc:sldMk cId="780244864" sldId="260"/>
            <ac:spMk id="13" creationId="{40023164-3C9C-E2DD-9D16-21DBA6BC941D}"/>
          </ac:spMkLst>
        </pc:spChg>
        <pc:spChg chg="add mod ord">
          <ac:chgData name="Caglar, Mehmet Sina (152)" userId="8fc74d70-0c46-47ed-9cc0-13e8f9e69df7" providerId="ADAL" clId="{F6D7B0A0-8281-42B4-9DF8-360E1381CD6C}" dt="2025-12-25T16:13:08.913" v="5073" actId="1076"/>
          <ac:spMkLst>
            <pc:docMk/>
            <pc:sldMk cId="780244864" sldId="260"/>
            <ac:spMk id="14" creationId="{080A3C2B-1859-BEA2-69B3-CE1873140E79}"/>
          </ac:spMkLst>
        </pc:spChg>
        <pc:spChg chg="add mod ord">
          <ac:chgData name="Caglar, Mehmet Sina (152)" userId="8fc74d70-0c46-47ed-9cc0-13e8f9e69df7" providerId="ADAL" clId="{F6D7B0A0-8281-42B4-9DF8-360E1381CD6C}" dt="2025-12-25T16:13:53.358" v="5082" actId="1076"/>
          <ac:spMkLst>
            <pc:docMk/>
            <pc:sldMk cId="780244864" sldId="260"/>
            <ac:spMk id="15" creationId="{EC024241-AB5C-4995-36FA-E5C4B5C0EB44}"/>
          </ac:spMkLst>
        </pc:spChg>
      </pc:sldChg>
      <pc:sldChg chg="addSp delSp modSp new del mod setBg">
        <pc:chgData name="Caglar, Mehmet Sina (152)" userId="8fc74d70-0c46-47ed-9cc0-13e8f9e69df7" providerId="ADAL" clId="{F6D7B0A0-8281-42B4-9DF8-360E1381CD6C}" dt="2025-12-25T18:44:18.519" v="5655" actId="47"/>
        <pc:sldMkLst>
          <pc:docMk/>
          <pc:sldMk cId="194810943" sldId="261"/>
        </pc:sldMkLst>
        <pc:spChg chg="mod">
          <ac:chgData name="Caglar, Mehmet Sina (152)" userId="8fc74d70-0c46-47ed-9cc0-13e8f9e69df7" providerId="ADAL" clId="{F6D7B0A0-8281-42B4-9DF8-360E1381CD6C}" dt="2025-12-25T15:49:06.958" v="4650" actId="26606"/>
          <ac:spMkLst>
            <pc:docMk/>
            <pc:sldMk cId="194810943" sldId="261"/>
            <ac:spMk id="2" creationId="{0CF635E7-C75D-43D0-C62F-90CD67430B13}"/>
          </ac:spMkLst>
        </pc:spChg>
        <pc:spChg chg="add del mod">
          <ac:chgData name="Caglar, Mehmet Sina (152)" userId="8fc74d70-0c46-47ed-9cc0-13e8f9e69df7" providerId="ADAL" clId="{F6D7B0A0-8281-42B4-9DF8-360E1381CD6C}" dt="2025-12-25T16:32:27.820" v="5488" actId="20577"/>
          <ac:spMkLst>
            <pc:docMk/>
            <pc:sldMk cId="194810943" sldId="261"/>
            <ac:spMk id="3" creationId="{4504F3CB-37CE-04F2-9A7A-3847200F5099}"/>
          </ac:spMkLst>
        </pc:spChg>
        <pc:spChg chg="add del">
          <ac:chgData name="Caglar, Mehmet Sina (152)" userId="8fc74d70-0c46-47ed-9cc0-13e8f9e69df7" providerId="ADAL" clId="{F6D7B0A0-8281-42B4-9DF8-360E1381CD6C}" dt="2025-12-25T15:49:06.958" v="4650" actId="26606"/>
          <ac:spMkLst>
            <pc:docMk/>
            <pc:sldMk cId="194810943" sldId="261"/>
            <ac:spMk id="9" creationId="{2E442304-DDBD-4F7B-8017-36BCC863FB40}"/>
          </ac:spMkLst>
        </pc:spChg>
        <pc:spChg chg="add del">
          <ac:chgData name="Caglar, Mehmet Sina (152)" userId="8fc74d70-0c46-47ed-9cc0-13e8f9e69df7" providerId="ADAL" clId="{F6D7B0A0-8281-42B4-9DF8-360E1381CD6C}" dt="2025-12-25T15:49:06.958" v="4650" actId="26606"/>
          <ac:spMkLst>
            <pc:docMk/>
            <pc:sldMk cId="194810943" sldId="261"/>
            <ac:spMk id="11" creationId="{5E107275-3853-46FD-A241-DE4355A42675}"/>
          </ac:spMkLst>
        </pc:spChg>
        <pc:graphicFrameChg chg="add del">
          <ac:chgData name="Caglar, Mehmet Sina (152)" userId="8fc74d70-0c46-47ed-9cc0-13e8f9e69df7" providerId="ADAL" clId="{F6D7B0A0-8281-42B4-9DF8-360E1381CD6C}" dt="2025-12-25T15:49:06.958" v="4650" actId="26606"/>
          <ac:graphicFrameMkLst>
            <pc:docMk/>
            <pc:sldMk cId="194810943" sldId="261"/>
            <ac:graphicFrameMk id="5" creationId="{E52A8CC0-FE5E-715A-EE92-AFA22E12A4CF}"/>
          </ac:graphicFrameMkLst>
        </pc:graphicFrameChg>
      </pc:sldChg>
      <pc:sldChg chg="addSp delSp modSp new mod ord setBg">
        <pc:chgData name="Caglar, Mehmet Sina (152)" userId="8fc74d70-0c46-47ed-9cc0-13e8f9e69df7" providerId="ADAL" clId="{F6D7B0A0-8281-42B4-9DF8-360E1381CD6C}" dt="2025-12-25T20:07:34.881" v="6216" actId="255"/>
        <pc:sldMkLst>
          <pc:docMk/>
          <pc:sldMk cId="401344202" sldId="262"/>
        </pc:sldMkLst>
        <pc:spChg chg="mod">
          <ac:chgData name="Caglar, Mehmet Sina (152)" userId="8fc74d70-0c46-47ed-9cc0-13e8f9e69df7" providerId="ADAL" clId="{F6D7B0A0-8281-42B4-9DF8-360E1381CD6C}" dt="2025-12-25T18:51:39.974" v="5738" actId="26606"/>
          <ac:spMkLst>
            <pc:docMk/>
            <pc:sldMk cId="401344202" sldId="262"/>
            <ac:spMk id="2" creationId="{3A895A35-FE5C-6F55-6BD6-8922BA377050}"/>
          </ac:spMkLst>
        </pc:spChg>
        <pc:spChg chg="add mod">
          <ac:chgData name="Caglar, Mehmet Sina (152)" userId="8fc74d70-0c46-47ed-9cc0-13e8f9e69df7" providerId="ADAL" clId="{F6D7B0A0-8281-42B4-9DF8-360E1381CD6C}" dt="2025-12-25T20:07:15.763" v="6210" actId="113"/>
          <ac:spMkLst>
            <pc:docMk/>
            <pc:sldMk cId="401344202" sldId="262"/>
            <ac:spMk id="3" creationId="{964CBA20-CD11-A5A2-EDBF-DFC8D5C69145}"/>
          </ac:spMkLst>
        </pc:spChg>
        <pc:spChg chg="del mod">
          <ac:chgData name="Caglar, Mehmet Sina (152)" userId="8fc74d70-0c46-47ed-9cc0-13e8f9e69df7" providerId="ADAL" clId="{F6D7B0A0-8281-42B4-9DF8-360E1381CD6C}" dt="2025-12-25T10:05:10.917" v="2211" actId="22"/>
          <ac:spMkLst>
            <pc:docMk/>
            <pc:sldMk cId="401344202" sldId="262"/>
            <ac:spMk id="3" creationId="{976DC668-113A-6110-545A-44417F313DED}"/>
          </ac:spMkLst>
        </pc:spChg>
        <pc:spChg chg="add mod">
          <ac:chgData name="Caglar, Mehmet Sina (152)" userId="8fc74d70-0c46-47ed-9cc0-13e8f9e69df7" providerId="ADAL" clId="{F6D7B0A0-8281-42B4-9DF8-360E1381CD6C}" dt="2025-12-25T20:07:23.292" v="6212" actId="255"/>
          <ac:spMkLst>
            <pc:docMk/>
            <pc:sldMk cId="401344202" sldId="262"/>
            <ac:spMk id="4" creationId="{EEC01252-3617-FE53-E494-25872B7D09C1}"/>
          </ac:spMkLst>
        </pc:spChg>
        <pc:spChg chg="add mod">
          <ac:chgData name="Caglar, Mehmet Sina (152)" userId="8fc74d70-0c46-47ed-9cc0-13e8f9e69df7" providerId="ADAL" clId="{F6D7B0A0-8281-42B4-9DF8-360E1381CD6C}" dt="2025-12-25T20:07:29.644" v="6214" actId="255"/>
          <ac:spMkLst>
            <pc:docMk/>
            <pc:sldMk cId="401344202" sldId="262"/>
            <ac:spMk id="5" creationId="{179D0D84-8C36-1E13-BA3C-DF0079C92A68}"/>
          </ac:spMkLst>
        </pc:spChg>
        <pc:spChg chg="add mod">
          <ac:chgData name="Caglar, Mehmet Sina (152)" userId="8fc74d70-0c46-47ed-9cc0-13e8f9e69df7" providerId="ADAL" clId="{F6D7B0A0-8281-42B4-9DF8-360E1381CD6C}" dt="2025-12-25T20:07:34.881" v="6216" actId="255"/>
          <ac:spMkLst>
            <pc:docMk/>
            <pc:sldMk cId="401344202" sldId="262"/>
            <ac:spMk id="6" creationId="{71F54A9C-4C6B-C44C-6BB4-A64A0EF3EB5C}"/>
          </ac:spMkLst>
        </pc:spChg>
        <pc:spChg chg="add del mod">
          <ac:chgData name="Caglar, Mehmet Sina (152)" userId="8fc74d70-0c46-47ed-9cc0-13e8f9e69df7" providerId="ADAL" clId="{F6D7B0A0-8281-42B4-9DF8-360E1381CD6C}" dt="2025-12-25T10:06:05.762" v="2218" actId="22"/>
          <ac:spMkLst>
            <pc:docMk/>
            <pc:sldMk cId="401344202" sldId="262"/>
            <ac:spMk id="7" creationId="{E64B680B-C856-34EF-71B6-EB752B2D56B8}"/>
          </ac:spMkLst>
        </pc:spChg>
        <pc:spChg chg="add del mod">
          <ac:chgData name="Caglar, Mehmet Sina (152)" userId="8fc74d70-0c46-47ed-9cc0-13e8f9e69df7" providerId="ADAL" clId="{F6D7B0A0-8281-42B4-9DF8-360E1381CD6C}" dt="2025-12-25T15:51:22.172" v="4676" actId="22"/>
          <ac:spMkLst>
            <pc:docMk/>
            <pc:sldMk cId="401344202" sldId="262"/>
            <ac:spMk id="13" creationId="{779F678C-0D10-C70C-0D4D-D0E8CA850CA7}"/>
          </ac:spMkLst>
        </pc:spChg>
        <pc:spChg chg="add del">
          <ac:chgData name="Caglar, Mehmet Sina (152)" userId="8fc74d70-0c46-47ed-9cc0-13e8f9e69df7" providerId="ADAL" clId="{F6D7B0A0-8281-42B4-9DF8-360E1381CD6C}" dt="2025-12-25T18:51:39.974" v="5738" actId="26606"/>
          <ac:spMkLst>
            <pc:docMk/>
            <pc:sldMk cId="401344202" sldId="262"/>
            <ac:spMk id="28" creationId="{7B51B6D9-92CC-6159-3EB9-CF4705F1FA75}"/>
          </ac:spMkLst>
        </pc:spChg>
        <pc:spChg chg="add del">
          <ac:chgData name="Caglar, Mehmet Sina (152)" userId="8fc74d70-0c46-47ed-9cc0-13e8f9e69df7" providerId="ADAL" clId="{F6D7B0A0-8281-42B4-9DF8-360E1381CD6C}" dt="2025-12-25T18:51:39.974" v="5738" actId="26606"/>
          <ac:spMkLst>
            <pc:docMk/>
            <pc:sldMk cId="401344202" sldId="262"/>
            <ac:spMk id="32" creationId="{732403BD-393D-960A-B87F-276D6BB10824}"/>
          </ac:spMkLst>
        </pc:spChg>
        <pc:spChg chg="add del">
          <ac:chgData name="Caglar, Mehmet Sina (152)" userId="8fc74d70-0c46-47ed-9cc0-13e8f9e69df7" providerId="ADAL" clId="{F6D7B0A0-8281-42B4-9DF8-360E1381CD6C}" dt="2025-12-25T18:51:39.974" v="5738" actId="26606"/>
          <ac:spMkLst>
            <pc:docMk/>
            <pc:sldMk cId="401344202" sldId="262"/>
            <ac:spMk id="35" creationId="{4C2AC11E-3162-4990-A36E-92B07ECF16C2}"/>
          </ac:spMkLst>
        </pc:spChg>
        <pc:spChg chg="add del">
          <ac:chgData name="Caglar, Mehmet Sina (152)" userId="8fc74d70-0c46-47ed-9cc0-13e8f9e69df7" providerId="ADAL" clId="{F6D7B0A0-8281-42B4-9DF8-360E1381CD6C}" dt="2025-12-25T18:51:39.974" v="5738" actId="26606"/>
          <ac:spMkLst>
            <pc:docMk/>
            <pc:sldMk cId="401344202" sldId="262"/>
            <ac:spMk id="37" creationId="{9073D962-D3D2-4A72-8593-65C213CBFFC3}"/>
          </ac:spMkLst>
        </pc:spChg>
        <pc:spChg chg="add del">
          <ac:chgData name="Caglar, Mehmet Sina (152)" userId="8fc74d70-0c46-47ed-9cc0-13e8f9e69df7" providerId="ADAL" clId="{F6D7B0A0-8281-42B4-9DF8-360E1381CD6C}" dt="2025-12-25T18:51:39.974" v="5738" actId="26606"/>
          <ac:spMkLst>
            <pc:docMk/>
            <pc:sldMk cId="401344202" sldId="262"/>
            <ac:spMk id="39" creationId="{2387511B-F6E1-4929-AC90-94FB8B6B0F41}"/>
          </ac:spMkLst>
        </pc:spChg>
        <pc:spChg chg="add del">
          <ac:chgData name="Caglar, Mehmet Sina (152)" userId="8fc74d70-0c46-47ed-9cc0-13e8f9e69df7" providerId="ADAL" clId="{F6D7B0A0-8281-42B4-9DF8-360E1381CD6C}" dt="2025-12-25T18:51:39.974" v="5738" actId="26606"/>
          <ac:spMkLst>
            <pc:docMk/>
            <pc:sldMk cId="401344202" sldId="262"/>
            <ac:spMk id="41" creationId="{AA58F78C-27AB-465F-AA33-15E08AF267F9}"/>
          </ac:spMkLst>
        </pc:spChg>
        <pc:picChg chg="add del mod ord">
          <ac:chgData name="Caglar, Mehmet Sina (152)" userId="8fc74d70-0c46-47ed-9cc0-13e8f9e69df7" providerId="ADAL" clId="{F6D7B0A0-8281-42B4-9DF8-360E1381CD6C}" dt="2025-12-25T10:05:34.304" v="2216" actId="478"/>
          <ac:picMkLst>
            <pc:docMk/>
            <pc:sldMk cId="401344202" sldId="262"/>
            <ac:picMk id="5" creationId="{C60F99FD-AF6A-6478-8F3A-1054AFDD82D6}"/>
          </ac:picMkLst>
        </pc:picChg>
        <pc:picChg chg="add del mod ord">
          <ac:chgData name="Caglar, Mehmet Sina (152)" userId="8fc74d70-0c46-47ed-9cc0-13e8f9e69df7" providerId="ADAL" clId="{F6D7B0A0-8281-42B4-9DF8-360E1381CD6C}" dt="2025-12-25T15:50:53.596" v="4672" actId="478"/>
          <ac:picMkLst>
            <pc:docMk/>
            <pc:sldMk cId="401344202" sldId="262"/>
            <ac:picMk id="9" creationId="{C1C4C762-06D4-173F-9E73-CE27E713D18B}"/>
          </ac:picMkLst>
        </pc:picChg>
        <pc:picChg chg="add del mod">
          <ac:chgData name="Caglar, Mehmet Sina (152)" userId="8fc74d70-0c46-47ed-9cc0-13e8f9e69df7" providerId="ADAL" clId="{F6D7B0A0-8281-42B4-9DF8-360E1381CD6C}" dt="2025-12-25T15:50:57.238" v="4673" actId="478"/>
          <ac:picMkLst>
            <pc:docMk/>
            <pc:sldMk cId="401344202" sldId="262"/>
            <ac:picMk id="11" creationId="{DBC5453A-8EC1-1D41-3005-3D736508F0AE}"/>
          </ac:picMkLst>
        </pc:picChg>
        <pc:picChg chg="add mod ord">
          <ac:chgData name="Caglar, Mehmet Sina (152)" userId="8fc74d70-0c46-47ed-9cc0-13e8f9e69df7" providerId="ADAL" clId="{F6D7B0A0-8281-42B4-9DF8-360E1381CD6C}" dt="2025-12-25T18:51:39.974" v="5738" actId="26606"/>
          <ac:picMkLst>
            <pc:docMk/>
            <pc:sldMk cId="401344202" sldId="262"/>
            <ac:picMk id="15" creationId="{A6BB193A-9C6C-7592-25D7-3DD96291A348}"/>
          </ac:picMkLst>
        </pc:picChg>
        <pc:picChg chg="add mod ord">
          <ac:chgData name="Caglar, Mehmet Sina (152)" userId="8fc74d70-0c46-47ed-9cc0-13e8f9e69df7" providerId="ADAL" clId="{F6D7B0A0-8281-42B4-9DF8-360E1381CD6C}" dt="2025-12-25T18:51:39.974" v="5738" actId="26606"/>
          <ac:picMkLst>
            <pc:docMk/>
            <pc:sldMk cId="401344202" sldId="262"/>
            <ac:picMk id="17" creationId="{ECE96DF2-888D-1B7B-6BFF-3C5CBE5B4A35}"/>
          </ac:picMkLst>
        </pc:picChg>
        <pc:picChg chg="add mod ord">
          <ac:chgData name="Caglar, Mehmet Sina (152)" userId="8fc74d70-0c46-47ed-9cc0-13e8f9e69df7" providerId="ADAL" clId="{F6D7B0A0-8281-42B4-9DF8-360E1381CD6C}" dt="2025-12-25T18:51:39.974" v="5738" actId="26606"/>
          <ac:picMkLst>
            <pc:docMk/>
            <pc:sldMk cId="401344202" sldId="262"/>
            <ac:picMk id="19" creationId="{A61B2692-BC19-E3F9-24A8-6863F4C4C9D6}"/>
          </ac:picMkLst>
        </pc:picChg>
        <pc:picChg chg="add mod">
          <ac:chgData name="Caglar, Mehmet Sina (152)" userId="8fc74d70-0c46-47ed-9cc0-13e8f9e69df7" providerId="ADAL" clId="{F6D7B0A0-8281-42B4-9DF8-360E1381CD6C}" dt="2025-12-25T15:53:16.850" v="4697" actId="1076"/>
          <ac:picMkLst>
            <pc:docMk/>
            <pc:sldMk cId="401344202" sldId="262"/>
            <ac:picMk id="21" creationId="{F01669BD-ACB8-C156-DC36-6E53FEBBD58D}"/>
          </ac:picMkLst>
        </pc:picChg>
        <pc:cxnChg chg="add">
          <ac:chgData name="Caglar, Mehmet Sina (152)" userId="8fc74d70-0c46-47ed-9cc0-13e8f9e69df7" providerId="ADAL" clId="{F6D7B0A0-8281-42B4-9DF8-360E1381CD6C}" dt="2025-12-25T15:52:42.657" v="4687" actId="26606"/>
          <ac:cxnSpMkLst>
            <pc:docMk/>
            <pc:sldMk cId="401344202" sldId="262"/>
            <ac:cxnSpMk id="26" creationId="{2E076A3E-9405-C3DA-A25B-74C4AD478A08}"/>
          </ac:cxnSpMkLst>
        </pc:cxnChg>
      </pc:sldChg>
      <pc:sldChg chg="addSp delSp modSp new mod setBg">
        <pc:chgData name="Caglar, Mehmet Sina (152)" userId="8fc74d70-0c46-47ed-9cc0-13e8f9e69df7" providerId="ADAL" clId="{F6D7B0A0-8281-42B4-9DF8-360E1381CD6C}" dt="2025-12-25T20:04:12.168" v="6142" actId="27636"/>
        <pc:sldMkLst>
          <pc:docMk/>
          <pc:sldMk cId="3173647087" sldId="263"/>
        </pc:sldMkLst>
        <pc:spChg chg="mod">
          <ac:chgData name="Caglar, Mehmet Sina (152)" userId="8fc74d70-0c46-47ed-9cc0-13e8f9e69df7" providerId="ADAL" clId="{F6D7B0A0-8281-42B4-9DF8-360E1381CD6C}" dt="2025-12-25T20:03:14.204" v="6140" actId="1076"/>
          <ac:spMkLst>
            <pc:docMk/>
            <pc:sldMk cId="3173647087" sldId="263"/>
            <ac:spMk id="2" creationId="{1A56F166-8D67-2410-2F8A-D9E15017C872}"/>
          </ac:spMkLst>
        </pc:spChg>
        <pc:spChg chg="mod">
          <ac:chgData name="Caglar, Mehmet Sina (152)" userId="8fc74d70-0c46-47ed-9cc0-13e8f9e69df7" providerId="ADAL" clId="{F6D7B0A0-8281-42B4-9DF8-360E1381CD6C}" dt="2025-12-25T20:04:12.168" v="6142" actId="27636"/>
          <ac:spMkLst>
            <pc:docMk/>
            <pc:sldMk cId="3173647087" sldId="263"/>
            <ac:spMk id="3" creationId="{16264C50-D9F2-97FE-1B28-090684E02AF3}"/>
          </ac:spMkLst>
        </pc:spChg>
        <pc:spChg chg="add del">
          <ac:chgData name="Caglar, Mehmet Sina (152)" userId="8fc74d70-0c46-47ed-9cc0-13e8f9e69df7" providerId="ADAL" clId="{F6D7B0A0-8281-42B4-9DF8-360E1381CD6C}" dt="2025-12-25T16:18:33.073" v="5113" actId="26606"/>
          <ac:spMkLst>
            <pc:docMk/>
            <pc:sldMk cId="3173647087" sldId="263"/>
            <ac:spMk id="10" creationId="{5AA03EDC-7067-4DFF-B672-541D016AAAB8}"/>
          </ac:spMkLst>
        </pc:spChg>
        <pc:spChg chg="add del">
          <ac:chgData name="Caglar, Mehmet Sina (152)" userId="8fc74d70-0c46-47ed-9cc0-13e8f9e69df7" providerId="ADAL" clId="{F6D7B0A0-8281-42B4-9DF8-360E1381CD6C}" dt="2025-12-25T16:18:33.073" v="5113" actId="26606"/>
          <ac:spMkLst>
            <pc:docMk/>
            <pc:sldMk cId="3173647087" sldId="263"/>
            <ac:spMk id="12" creationId="{0EBF3E39-B0BE-496A-8604-9007470FFA3A}"/>
          </ac:spMkLst>
        </pc:spChg>
        <pc:grpChg chg="add">
          <ac:chgData name="Caglar, Mehmet Sina (152)" userId="8fc74d70-0c46-47ed-9cc0-13e8f9e69df7" providerId="ADAL" clId="{F6D7B0A0-8281-42B4-9DF8-360E1381CD6C}" dt="2025-12-25T16:18:33.073" v="5113" actId="26606"/>
          <ac:grpSpMkLst>
            <pc:docMk/>
            <pc:sldMk cId="3173647087" sldId="263"/>
            <ac:grpSpMk id="17" creationId="{114ED94A-C85D-4CD3-4205-438D21CE6B38}"/>
          </ac:grpSpMkLst>
        </pc:grpChg>
        <pc:picChg chg="add mod">
          <ac:chgData name="Caglar, Mehmet Sina (152)" userId="8fc74d70-0c46-47ed-9cc0-13e8f9e69df7" providerId="ADAL" clId="{F6D7B0A0-8281-42B4-9DF8-360E1381CD6C}" dt="2025-12-25T16:18:36.987" v="5114" actId="27614"/>
          <ac:picMkLst>
            <pc:docMk/>
            <pc:sldMk cId="3173647087" sldId="263"/>
            <ac:picMk id="5" creationId="{7EC88F5E-4A7E-A59D-D01F-CFB33BD735CD}"/>
          </ac:picMkLst>
        </pc:picChg>
      </pc:sldChg>
      <pc:sldChg chg="addSp modSp new mod setBg">
        <pc:chgData name="Caglar, Mehmet Sina (152)" userId="8fc74d70-0c46-47ed-9cc0-13e8f9e69df7" providerId="ADAL" clId="{F6D7B0A0-8281-42B4-9DF8-360E1381CD6C}" dt="2025-12-25T20:02:53.495" v="6130" actId="20577"/>
        <pc:sldMkLst>
          <pc:docMk/>
          <pc:sldMk cId="3338875207" sldId="264"/>
        </pc:sldMkLst>
        <pc:spChg chg="mod">
          <ac:chgData name="Caglar, Mehmet Sina (152)" userId="8fc74d70-0c46-47ed-9cc0-13e8f9e69df7" providerId="ADAL" clId="{F6D7B0A0-8281-42B4-9DF8-360E1381CD6C}" dt="2025-12-25T18:45:03.464" v="5663" actId="1076"/>
          <ac:spMkLst>
            <pc:docMk/>
            <pc:sldMk cId="3338875207" sldId="264"/>
            <ac:spMk id="2" creationId="{4FA6CD99-E376-48A2-0BC1-1CB5F0039F2A}"/>
          </ac:spMkLst>
        </pc:spChg>
        <pc:spChg chg="mod">
          <ac:chgData name="Caglar, Mehmet Sina (152)" userId="8fc74d70-0c46-47ed-9cc0-13e8f9e69df7" providerId="ADAL" clId="{F6D7B0A0-8281-42B4-9DF8-360E1381CD6C}" dt="2025-12-25T20:02:53.495" v="6130" actId="20577"/>
          <ac:spMkLst>
            <pc:docMk/>
            <pc:sldMk cId="3338875207" sldId="264"/>
            <ac:spMk id="3" creationId="{72BFAA85-F46C-238D-AAB9-2B6D2A85C285}"/>
          </ac:spMkLst>
        </pc:spChg>
        <pc:grpChg chg="add">
          <ac:chgData name="Caglar, Mehmet Sina (152)" userId="8fc74d70-0c46-47ed-9cc0-13e8f9e69df7" providerId="ADAL" clId="{F6D7B0A0-8281-42B4-9DF8-360E1381CD6C}" dt="2025-12-25T16:18:41.657" v="5115" actId="26606"/>
          <ac:grpSpMkLst>
            <pc:docMk/>
            <pc:sldMk cId="3338875207" sldId="264"/>
            <ac:grpSpMk id="10" creationId="{114ED94A-C85D-4CD3-4205-438D21CE6B38}"/>
          </ac:grpSpMkLst>
        </pc:grpChg>
        <pc:picChg chg="add mod">
          <ac:chgData name="Caglar, Mehmet Sina (152)" userId="8fc74d70-0c46-47ed-9cc0-13e8f9e69df7" providerId="ADAL" clId="{F6D7B0A0-8281-42B4-9DF8-360E1381CD6C}" dt="2025-12-25T20:00:17.571" v="5978" actId="14100"/>
          <ac:picMkLst>
            <pc:docMk/>
            <pc:sldMk cId="3338875207" sldId="264"/>
            <ac:picMk id="5" creationId="{770EDA7E-1B4D-2B44-73AD-4039573E1BEC}"/>
          </ac:picMkLst>
        </pc:picChg>
        <pc:picChg chg="add mod">
          <ac:chgData name="Caglar, Mehmet Sina (152)" userId="8fc74d70-0c46-47ed-9cc0-13e8f9e69df7" providerId="ADAL" clId="{F6D7B0A0-8281-42B4-9DF8-360E1381CD6C}" dt="2025-12-25T20:00:14.077" v="5976" actId="1076"/>
          <ac:picMkLst>
            <pc:docMk/>
            <pc:sldMk cId="3338875207" sldId="264"/>
            <ac:picMk id="6" creationId="{CE144BF9-7F3C-E117-1772-1AE980989DCD}"/>
          </ac:picMkLst>
        </pc:picChg>
      </pc:sldChg>
      <pc:sldChg chg="addSp delSp modSp new del mod setBg">
        <pc:chgData name="Caglar, Mehmet Sina (152)" userId="8fc74d70-0c46-47ed-9cc0-13e8f9e69df7" providerId="ADAL" clId="{F6D7B0A0-8281-42B4-9DF8-360E1381CD6C}" dt="2025-12-25T18:50:26.472" v="5731" actId="47"/>
        <pc:sldMkLst>
          <pc:docMk/>
          <pc:sldMk cId="2117678500" sldId="265"/>
        </pc:sldMkLst>
        <pc:spChg chg="mod">
          <ac:chgData name="Caglar, Mehmet Sina (152)" userId="8fc74d70-0c46-47ed-9cc0-13e8f9e69df7" providerId="ADAL" clId="{F6D7B0A0-8281-42B4-9DF8-360E1381CD6C}" dt="2025-12-25T16:19:20.183" v="5118" actId="26606"/>
          <ac:spMkLst>
            <pc:docMk/>
            <pc:sldMk cId="2117678500" sldId="265"/>
            <ac:spMk id="2" creationId="{F892C10B-C993-3054-F584-0D9D796C3671}"/>
          </ac:spMkLst>
        </pc:spChg>
        <pc:spChg chg="add del mod">
          <ac:chgData name="Caglar, Mehmet Sina (152)" userId="8fc74d70-0c46-47ed-9cc0-13e8f9e69df7" providerId="ADAL" clId="{F6D7B0A0-8281-42B4-9DF8-360E1381CD6C}" dt="2025-12-25T16:33:46.910" v="5522" actId="20577"/>
          <ac:spMkLst>
            <pc:docMk/>
            <pc:sldMk cId="2117678500" sldId="265"/>
            <ac:spMk id="3" creationId="{4DC8E4F3-4561-890F-26C3-255C34BFAB68}"/>
          </ac:spMkLst>
        </pc:spChg>
        <pc:spChg chg="add del">
          <ac:chgData name="Caglar, Mehmet Sina (152)" userId="8fc74d70-0c46-47ed-9cc0-13e8f9e69df7" providerId="ADAL" clId="{F6D7B0A0-8281-42B4-9DF8-360E1381CD6C}" dt="2025-12-25T16:19:20.183" v="5118" actId="26606"/>
          <ac:spMkLst>
            <pc:docMk/>
            <pc:sldMk cId="2117678500" sldId="265"/>
            <ac:spMk id="9" creationId="{BACC6370-2D7E-4714-9D71-7542949D7D5D}"/>
          </ac:spMkLst>
        </pc:spChg>
        <pc:spChg chg="add del">
          <ac:chgData name="Caglar, Mehmet Sina (152)" userId="8fc74d70-0c46-47ed-9cc0-13e8f9e69df7" providerId="ADAL" clId="{F6D7B0A0-8281-42B4-9DF8-360E1381CD6C}" dt="2025-12-25T16:19:20.183" v="5118" actId="26606"/>
          <ac:spMkLst>
            <pc:docMk/>
            <pc:sldMk cId="2117678500" sldId="265"/>
            <ac:spMk id="11" creationId="{256B2C21-A230-48C0-8DF1-C46611373C44}"/>
          </ac:spMkLst>
        </pc:spChg>
        <pc:spChg chg="add del">
          <ac:chgData name="Caglar, Mehmet Sina (152)" userId="8fc74d70-0c46-47ed-9cc0-13e8f9e69df7" providerId="ADAL" clId="{F6D7B0A0-8281-42B4-9DF8-360E1381CD6C}" dt="2025-12-25T16:19:20.183" v="5118" actId="26606"/>
          <ac:spMkLst>
            <pc:docMk/>
            <pc:sldMk cId="2117678500" sldId="265"/>
            <ac:spMk id="13" creationId="{3847E18C-932D-4C95-AABA-FEC7C9499AD7}"/>
          </ac:spMkLst>
        </pc:spChg>
        <pc:spChg chg="add del">
          <ac:chgData name="Caglar, Mehmet Sina (152)" userId="8fc74d70-0c46-47ed-9cc0-13e8f9e69df7" providerId="ADAL" clId="{F6D7B0A0-8281-42B4-9DF8-360E1381CD6C}" dt="2025-12-25T16:19:20.183" v="5118" actId="26606"/>
          <ac:spMkLst>
            <pc:docMk/>
            <pc:sldMk cId="2117678500" sldId="265"/>
            <ac:spMk id="15" creationId="{3150CB11-0C61-439E-910F-5787759E72A0}"/>
          </ac:spMkLst>
        </pc:spChg>
        <pc:spChg chg="add del">
          <ac:chgData name="Caglar, Mehmet Sina (152)" userId="8fc74d70-0c46-47ed-9cc0-13e8f9e69df7" providerId="ADAL" clId="{F6D7B0A0-8281-42B4-9DF8-360E1381CD6C}" dt="2025-12-25T16:19:20.183" v="5118" actId="26606"/>
          <ac:spMkLst>
            <pc:docMk/>
            <pc:sldMk cId="2117678500" sldId="265"/>
            <ac:spMk id="17" creationId="{43F8A58B-5155-44CE-A5FF-7647B47D0A7A}"/>
          </ac:spMkLst>
        </pc:spChg>
        <pc:spChg chg="add del">
          <ac:chgData name="Caglar, Mehmet Sina (152)" userId="8fc74d70-0c46-47ed-9cc0-13e8f9e69df7" providerId="ADAL" clId="{F6D7B0A0-8281-42B4-9DF8-360E1381CD6C}" dt="2025-12-25T16:19:20.183" v="5118" actId="26606"/>
          <ac:spMkLst>
            <pc:docMk/>
            <pc:sldMk cId="2117678500" sldId="265"/>
            <ac:spMk id="19" creationId="{443F2ACA-E6D6-4028-82DD-F03C262D5DE6}"/>
          </ac:spMkLst>
        </pc:spChg>
        <pc:graphicFrameChg chg="add del">
          <ac:chgData name="Caglar, Mehmet Sina (152)" userId="8fc74d70-0c46-47ed-9cc0-13e8f9e69df7" providerId="ADAL" clId="{F6D7B0A0-8281-42B4-9DF8-360E1381CD6C}" dt="2025-12-25T16:19:20.183" v="5118" actId="26606"/>
          <ac:graphicFrameMkLst>
            <pc:docMk/>
            <pc:sldMk cId="2117678500" sldId="265"/>
            <ac:graphicFrameMk id="5" creationId="{12214340-2D8D-43CC-3798-7141D20C2D58}"/>
          </ac:graphicFrameMkLst>
        </pc:graphicFrameChg>
      </pc:sldChg>
      <pc:sldChg chg="addSp delSp modSp new mod setBg">
        <pc:chgData name="Caglar, Mehmet Sina (152)" userId="8fc74d70-0c46-47ed-9cc0-13e8f9e69df7" providerId="ADAL" clId="{F6D7B0A0-8281-42B4-9DF8-360E1381CD6C}" dt="2025-12-25T18:48:15.007" v="5670" actId="255"/>
        <pc:sldMkLst>
          <pc:docMk/>
          <pc:sldMk cId="608915810" sldId="266"/>
        </pc:sldMkLst>
        <pc:spChg chg="mod">
          <ac:chgData name="Caglar, Mehmet Sina (152)" userId="8fc74d70-0c46-47ed-9cc0-13e8f9e69df7" providerId="ADAL" clId="{F6D7B0A0-8281-42B4-9DF8-360E1381CD6C}" dt="2025-12-25T18:48:15.007" v="5670" actId="255"/>
          <ac:spMkLst>
            <pc:docMk/>
            <pc:sldMk cId="608915810" sldId="266"/>
            <ac:spMk id="2" creationId="{B7577B85-30D3-6910-A51B-BAED98119B69}"/>
          </ac:spMkLst>
        </pc:spChg>
        <pc:spChg chg="del mod">
          <ac:chgData name="Caglar, Mehmet Sina (152)" userId="8fc74d70-0c46-47ed-9cc0-13e8f9e69df7" providerId="ADAL" clId="{F6D7B0A0-8281-42B4-9DF8-360E1381CD6C}" dt="2025-12-25T10:02:47.889" v="2176" actId="22"/>
          <ac:spMkLst>
            <pc:docMk/>
            <pc:sldMk cId="608915810" sldId="266"/>
            <ac:spMk id="3" creationId="{DFFAF445-63BA-A739-E038-4DF0E6CC18FD}"/>
          </ac:spMkLst>
        </pc:spChg>
        <pc:spChg chg="add mod">
          <ac:chgData name="Caglar, Mehmet Sina (152)" userId="8fc74d70-0c46-47ed-9cc0-13e8f9e69df7" providerId="ADAL" clId="{F6D7B0A0-8281-42B4-9DF8-360E1381CD6C}" dt="2025-12-25T17:54:29.964" v="5527" actId="5793"/>
          <ac:spMkLst>
            <pc:docMk/>
            <pc:sldMk cId="608915810" sldId="266"/>
            <ac:spMk id="8" creationId="{DD75666F-BC82-D866-5CD2-2CFAF0CBB8B4}"/>
          </ac:spMkLst>
        </pc:spChg>
        <pc:spChg chg="add del mod">
          <ac:chgData name="Caglar, Mehmet Sina (152)" userId="8fc74d70-0c46-47ed-9cc0-13e8f9e69df7" providerId="ADAL" clId="{F6D7B0A0-8281-42B4-9DF8-360E1381CD6C}" dt="2025-12-25T16:03:39.824" v="4943" actId="22"/>
          <ac:spMkLst>
            <pc:docMk/>
            <pc:sldMk cId="608915810" sldId="266"/>
            <ac:spMk id="10" creationId="{2F48528C-4505-C066-F2E8-CCCB6300AFB6}"/>
          </ac:spMkLst>
        </pc:spChg>
        <pc:grpChg chg="add del">
          <ac:chgData name="Caglar, Mehmet Sina (152)" userId="8fc74d70-0c46-47ed-9cc0-13e8f9e69df7" providerId="ADAL" clId="{F6D7B0A0-8281-42B4-9DF8-360E1381CD6C}" dt="2025-12-25T16:05:43.022" v="4994" actId="26606"/>
          <ac:grpSpMkLst>
            <pc:docMk/>
            <pc:sldMk cId="608915810" sldId="266"/>
            <ac:grpSpMk id="17" creationId="{6258F736-B256-8039-9DC6-F4E49A5C5AD5}"/>
          </ac:grpSpMkLst>
        </pc:grpChg>
        <pc:grpChg chg="add">
          <ac:chgData name="Caglar, Mehmet Sina (152)" userId="8fc74d70-0c46-47ed-9cc0-13e8f9e69df7" providerId="ADAL" clId="{F6D7B0A0-8281-42B4-9DF8-360E1381CD6C}" dt="2025-12-25T16:05:43.022" v="4994" actId="26606"/>
          <ac:grpSpMkLst>
            <pc:docMk/>
            <pc:sldMk cId="608915810" sldId="266"/>
            <ac:grpSpMk id="24" creationId="{114ED94A-C85D-4CD3-4205-438D21CE6B38}"/>
          </ac:grpSpMkLst>
        </pc:grpChg>
        <pc:picChg chg="add del mod ord">
          <ac:chgData name="Caglar, Mehmet Sina (152)" userId="8fc74d70-0c46-47ed-9cc0-13e8f9e69df7" providerId="ADAL" clId="{F6D7B0A0-8281-42B4-9DF8-360E1381CD6C}" dt="2025-12-25T16:03:06.091" v="4941" actId="478"/>
          <ac:picMkLst>
            <pc:docMk/>
            <pc:sldMk cId="608915810" sldId="266"/>
            <ac:picMk id="5" creationId="{9155577C-4F94-1F55-E03F-FC3B4D39A37E}"/>
          </ac:picMkLst>
        </pc:picChg>
        <pc:picChg chg="add del mod">
          <ac:chgData name="Caglar, Mehmet Sina (152)" userId="8fc74d70-0c46-47ed-9cc0-13e8f9e69df7" providerId="ADAL" clId="{F6D7B0A0-8281-42B4-9DF8-360E1381CD6C}" dt="2025-12-25T14:37:37.599" v="2262" actId="21"/>
          <ac:picMkLst>
            <pc:docMk/>
            <pc:sldMk cId="608915810" sldId="266"/>
            <ac:picMk id="7" creationId="{BC78DC15-5882-8811-CE8A-5C31BC54B0CD}"/>
          </ac:picMkLst>
        </pc:picChg>
        <pc:picChg chg="add mod ord">
          <ac:chgData name="Caglar, Mehmet Sina (152)" userId="8fc74d70-0c46-47ed-9cc0-13e8f9e69df7" providerId="ADAL" clId="{F6D7B0A0-8281-42B4-9DF8-360E1381CD6C}" dt="2025-12-25T16:05:43.022" v="4994" actId="26606"/>
          <ac:picMkLst>
            <pc:docMk/>
            <pc:sldMk cId="608915810" sldId="266"/>
            <ac:picMk id="12" creationId="{E1CAEAED-A107-AE5D-33A2-653E0B3D04AD}"/>
          </ac:picMkLst>
        </pc:picChg>
      </pc:sldChg>
      <pc:sldChg chg="addSp delSp modSp new del mod setBg">
        <pc:chgData name="Caglar, Mehmet Sina (152)" userId="8fc74d70-0c46-47ed-9cc0-13e8f9e69df7" providerId="ADAL" clId="{F6D7B0A0-8281-42B4-9DF8-360E1381CD6C}" dt="2025-12-25T15:51:00.584" v="4674" actId="47"/>
        <pc:sldMkLst>
          <pc:docMk/>
          <pc:sldMk cId="3072551732" sldId="267"/>
        </pc:sldMkLst>
        <pc:spChg chg="mod">
          <ac:chgData name="Caglar, Mehmet Sina (152)" userId="8fc74d70-0c46-47ed-9cc0-13e8f9e69df7" providerId="ADAL" clId="{F6D7B0A0-8281-42B4-9DF8-360E1381CD6C}" dt="2025-12-25T15:50:18.786" v="4663" actId="26606"/>
          <ac:spMkLst>
            <pc:docMk/>
            <pc:sldMk cId="3072551732" sldId="267"/>
            <ac:spMk id="2" creationId="{A64E4B5A-A005-6F3F-DC9D-05A0E0AAF8B9}"/>
          </ac:spMkLst>
        </pc:spChg>
        <pc:spChg chg="del mod">
          <ac:chgData name="Caglar, Mehmet Sina (152)" userId="8fc74d70-0c46-47ed-9cc0-13e8f9e69df7" providerId="ADAL" clId="{F6D7B0A0-8281-42B4-9DF8-360E1381CD6C}" dt="2025-12-25T14:35:12.866" v="2229" actId="22"/>
          <ac:spMkLst>
            <pc:docMk/>
            <pc:sldMk cId="3072551732" sldId="267"/>
            <ac:spMk id="3" creationId="{46F85AE1-F9F1-961F-1A0D-2B42BB42FFE5}"/>
          </ac:spMkLst>
        </pc:spChg>
        <pc:spChg chg="add del">
          <ac:chgData name="Caglar, Mehmet Sina (152)" userId="8fc74d70-0c46-47ed-9cc0-13e8f9e69df7" providerId="ADAL" clId="{F6D7B0A0-8281-42B4-9DF8-360E1381CD6C}" dt="2025-12-25T15:50:18.786" v="4663" actId="26606"/>
          <ac:spMkLst>
            <pc:docMk/>
            <pc:sldMk cId="3072551732" sldId="267"/>
            <ac:spMk id="11" creationId="{90B6D217-5F75-F76C-04A6-7443B3B3B3FA}"/>
          </ac:spMkLst>
        </pc:spChg>
        <pc:spChg chg="add del">
          <ac:chgData name="Caglar, Mehmet Sina (152)" userId="8fc74d70-0c46-47ed-9cc0-13e8f9e69df7" providerId="ADAL" clId="{F6D7B0A0-8281-42B4-9DF8-360E1381CD6C}" dt="2025-12-25T15:50:18.786" v="4663" actId="26606"/>
          <ac:spMkLst>
            <pc:docMk/>
            <pc:sldMk cId="3072551732" sldId="267"/>
            <ac:spMk id="14" creationId="{20366137-3DBB-4912-98D5-6727020207DE}"/>
          </ac:spMkLst>
        </pc:spChg>
        <pc:spChg chg="add del">
          <ac:chgData name="Caglar, Mehmet Sina (152)" userId="8fc74d70-0c46-47ed-9cc0-13e8f9e69df7" providerId="ADAL" clId="{F6D7B0A0-8281-42B4-9DF8-360E1381CD6C}" dt="2025-12-25T15:50:18.786" v="4663" actId="26606"/>
          <ac:spMkLst>
            <pc:docMk/>
            <pc:sldMk cId="3072551732" sldId="267"/>
            <ac:spMk id="16" creationId="{5D28D1CE-5BF4-45B7-8D6D-B31A3198079C}"/>
          </ac:spMkLst>
        </pc:spChg>
        <pc:picChg chg="add mod ord">
          <ac:chgData name="Caglar, Mehmet Sina (152)" userId="8fc74d70-0c46-47ed-9cc0-13e8f9e69df7" providerId="ADAL" clId="{F6D7B0A0-8281-42B4-9DF8-360E1381CD6C}" dt="2025-12-25T15:50:20.310" v="4665" actId="1076"/>
          <ac:picMkLst>
            <pc:docMk/>
            <pc:sldMk cId="3072551732" sldId="267"/>
            <ac:picMk id="5" creationId="{0C3BC8F0-0E34-5D4B-E189-44566D6312A1}"/>
          </ac:picMkLst>
        </pc:picChg>
        <pc:picChg chg="add mod">
          <ac:chgData name="Caglar, Mehmet Sina (152)" userId="8fc74d70-0c46-47ed-9cc0-13e8f9e69df7" providerId="ADAL" clId="{F6D7B0A0-8281-42B4-9DF8-360E1381CD6C}" dt="2025-12-25T15:50:19.888" v="4664" actId="1076"/>
          <ac:picMkLst>
            <pc:docMk/>
            <pc:sldMk cId="3072551732" sldId="267"/>
            <ac:picMk id="7" creationId="{2F61526C-75AC-9B81-341D-E08D05EB6197}"/>
          </ac:picMkLst>
        </pc:picChg>
      </pc:sldChg>
      <pc:sldChg chg="addSp delSp modSp new mod setBg">
        <pc:chgData name="Caglar, Mehmet Sina (152)" userId="8fc74d70-0c46-47ed-9cc0-13e8f9e69df7" providerId="ADAL" clId="{F6D7B0A0-8281-42B4-9DF8-360E1381CD6C}" dt="2025-12-26T03:41:52.087" v="6291" actId="1076"/>
        <pc:sldMkLst>
          <pc:docMk/>
          <pc:sldMk cId="1777049346" sldId="268"/>
        </pc:sldMkLst>
        <pc:spChg chg="mod">
          <ac:chgData name="Caglar, Mehmet Sina (152)" userId="8fc74d70-0c46-47ed-9cc0-13e8f9e69df7" providerId="ADAL" clId="{F6D7B0A0-8281-42B4-9DF8-360E1381CD6C}" dt="2025-12-26T03:41:52.087" v="6291" actId="1076"/>
          <ac:spMkLst>
            <pc:docMk/>
            <pc:sldMk cId="1777049346" sldId="268"/>
            <ac:spMk id="2" creationId="{07758CF3-6511-AE86-4C38-7AEA93684529}"/>
          </ac:spMkLst>
        </pc:spChg>
        <pc:spChg chg="del mod">
          <ac:chgData name="Caglar, Mehmet Sina (152)" userId="8fc74d70-0c46-47ed-9cc0-13e8f9e69df7" providerId="ADAL" clId="{F6D7B0A0-8281-42B4-9DF8-360E1381CD6C}" dt="2025-12-25T14:37:41.501" v="2264"/>
          <ac:spMkLst>
            <pc:docMk/>
            <pc:sldMk cId="1777049346" sldId="268"/>
            <ac:spMk id="3" creationId="{951B3984-652F-617D-69FC-2CBE5F26ECDE}"/>
          </ac:spMkLst>
        </pc:spChg>
        <pc:spChg chg="add mod">
          <ac:chgData name="Caglar, Mehmet Sina (152)" userId="8fc74d70-0c46-47ed-9cc0-13e8f9e69df7" providerId="ADAL" clId="{F6D7B0A0-8281-42B4-9DF8-360E1381CD6C}" dt="2025-12-25T18:42:52.453" v="5619" actId="27636"/>
          <ac:spMkLst>
            <pc:docMk/>
            <pc:sldMk cId="1777049346" sldId="268"/>
            <ac:spMk id="4" creationId="{43F90151-33CD-7ACE-B723-B3168D2603EF}"/>
          </ac:spMkLst>
        </pc:spChg>
        <pc:grpChg chg="add">
          <ac:chgData name="Caglar, Mehmet Sina (152)" userId="8fc74d70-0c46-47ed-9cc0-13e8f9e69df7" providerId="ADAL" clId="{F6D7B0A0-8281-42B4-9DF8-360E1381CD6C}" dt="2025-12-25T16:05:49.361" v="4995" actId="26606"/>
          <ac:grpSpMkLst>
            <pc:docMk/>
            <pc:sldMk cId="1777049346" sldId="268"/>
            <ac:grpSpMk id="12" creationId="{114ED94A-C85D-4CD3-4205-438D21CE6B38}"/>
          </ac:grpSpMkLst>
        </pc:grpChg>
        <pc:picChg chg="add mod ord">
          <ac:chgData name="Caglar, Mehmet Sina (152)" userId="8fc74d70-0c46-47ed-9cc0-13e8f9e69df7" providerId="ADAL" clId="{F6D7B0A0-8281-42B4-9DF8-360E1381CD6C}" dt="2025-12-25T16:05:49.361" v="4995" actId="26606"/>
          <ac:picMkLst>
            <pc:docMk/>
            <pc:sldMk cId="1777049346" sldId="268"/>
            <ac:picMk id="7" creationId="{BC78DC15-5882-8811-CE8A-5C31BC54B0CD}"/>
          </ac:picMkLst>
        </pc:picChg>
      </pc:sldChg>
      <pc:sldChg chg="addSp delSp modSp new mod setBg">
        <pc:chgData name="Caglar, Mehmet Sina (152)" userId="8fc74d70-0c46-47ed-9cc0-13e8f9e69df7" providerId="ADAL" clId="{F6D7B0A0-8281-42B4-9DF8-360E1381CD6C}" dt="2025-12-26T03:22:15.112" v="6234" actId="20577"/>
        <pc:sldMkLst>
          <pc:docMk/>
          <pc:sldMk cId="3729420208" sldId="269"/>
        </pc:sldMkLst>
        <pc:spChg chg="mod">
          <ac:chgData name="Caglar, Mehmet Sina (152)" userId="8fc74d70-0c46-47ed-9cc0-13e8f9e69df7" providerId="ADAL" clId="{F6D7B0A0-8281-42B4-9DF8-360E1381CD6C}" dt="2025-12-25T18:48:26.138" v="5671" actId="255"/>
          <ac:spMkLst>
            <pc:docMk/>
            <pc:sldMk cId="3729420208" sldId="269"/>
            <ac:spMk id="2" creationId="{35D50952-2439-F96A-D34F-2AA1C9737304}"/>
          </ac:spMkLst>
        </pc:spChg>
        <pc:spChg chg="mod">
          <ac:chgData name="Caglar, Mehmet Sina (152)" userId="8fc74d70-0c46-47ed-9cc0-13e8f9e69df7" providerId="ADAL" clId="{F6D7B0A0-8281-42B4-9DF8-360E1381CD6C}" dt="2025-12-26T03:22:15.112" v="6234" actId="20577"/>
          <ac:spMkLst>
            <pc:docMk/>
            <pc:sldMk cId="3729420208" sldId="269"/>
            <ac:spMk id="3" creationId="{2F8A4E85-F185-8E31-8638-6D854EC95CEE}"/>
          </ac:spMkLst>
        </pc:spChg>
        <pc:grpChg chg="add del">
          <ac:chgData name="Caglar, Mehmet Sina (152)" userId="8fc74d70-0c46-47ed-9cc0-13e8f9e69df7" providerId="ADAL" clId="{F6D7B0A0-8281-42B4-9DF8-360E1381CD6C}" dt="2025-12-25T16:05:34.840" v="4992" actId="26606"/>
          <ac:grpSpMkLst>
            <pc:docMk/>
            <pc:sldMk cId="3729420208" sldId="269"/>
            <ac:grpSpMk id="10" creationId="{6258F736-B256-8039-9DC6-F4E49A5C5AD5}"/>
          </ac:grpSpMkLst>
        </pc:grpChg>
        <pc:grpChg chg="add">
          <ac:chgData name="Caglar, Mehmet Sina (152)" userId="8fc74d70-0c46-47ed-9cc0-13e8f9e69df7" providerId="ADAL" clId="{F6D7B0A0-8281-42B4-9DF8-360E1381CD6C}" dt="2025-12-25T16:05:34.856" v="4993" actId="26606"/>
          <ac:grpSpMkLst>
            <pc:docMk/>
            <pc:sldMk cId="3729420208" sldId="269"/>
            <ac:grpSpMk id="15" creationId="{114ED94A-C85D-4CD3-4205-438D21CE6B38}"/>
          </ac:grpSpMkLst>
        </pc:grpChg>
        <pc:picChg chg="add mod">
          <ac:chgData name="Caglar, Mehmet Sina (152)" userId="8fc74d70-0c46-47ed-9cc0-13e8f9e69df7" providerId="ADAL" clId="{F6D7B0A0-8281-42B4-9DF8-360E1381CD6C}" dt="2025-12-25T16:05:34.856" v="4993" actId="26606"/>
          <ac:picMkLst>
            <pc:docMk/>
            <pc:sldMk cId="3729420208" sldId="269"/>
            <ac:picMk id="5" creationId="{10AC44C9-ECDA-4D9C-2148-C964B744B975}"/>
          </ac:picMkLst>
        </pc:picChg>
      </pc:sldChg>
      <pc:sldChg chg="addSp delSp modSp new mod setBg">
        <pc:chgData name="Caglar, Mehmet Sina (152)" userId="8fc74d70-0c46-47ed-9cc0-13e8f9e69df7" providerId="ADAL" clId="{F6D7B0A0-8281-42B4-9DF8-360E1381CD6C}" dt="2025-12-26T03:23:13.430" v="6273" actId="20577"/>
        <pc:sldMkLst>
          <pc:docMk/>
          <pc:sldMk cId="1114399622" sldId="270"/>
        </pc:sldMkLst>
        <pc:spChg chg="mod">
          <ac:chgData name="Caglar, Mehmet Sina (152)" userId="8fc74d70-0c46-47ed-9cc0-13e8f9e69df7" providerId="ADAL" clId="{F6D7B0A0-8281-42B4-9DF8-360E1381CD6C}" dt="2025-12-25T18:42:06.267" v="5601" actId="255"/>
          <ac:spMkLst>
            <pc:docMk/>
            <pc:sldMk cId="1114399622" sldId="270"/>
            <ac:spMk id="2" creationId="{F2AC5621-A812-8D3F-EFC1-E25EF6518577}"/>
          </ac:spMkLst>
        </pc:spChg>
        <pc:spChg chg="del mod">
          <ac:chgData name="Caglar, Mehmet Sina (152)" userId="8fc74d70-0c46-47ed-9cc0-13e8f9e69df7" providerId="ADAL" clId="{F6D7B0A0-8281-42B4-9DF8-360E1381CD6C}" dt="2025-12-25T15:06:45.612" v="3704" actId="3680"/>
          <ac:spMkLst>
            <pc:docMk/>
            <pc:sldMk cId="1114399622" sldId="270"/>
            <ac:spMk id="3" creationId="{74A60E1D-00D2-0DD0-0748-6051BEDC050E}"/>
          </ac:spMkLst>
        </pc:spChg>
        <pc:spChg chg="add mod">
          <ac:chgData name="Caglar, Mehmet Sina (152)" userId="8fc74d70-0c46-47ed-9cc0-13e8f9e69df7" providerId="ADAL" clId="{F6D7B0A0-8281-42B4-9DF8-360E1381CD6C}" dt="2025-12-26T03:23:13.430" v="6273" actId="20577"/>
          <ac:spMkLst>
            <pc:docMk/>
            <pc:sldMk cId="1114399622" sldId="270"/>
            <ac:spMk id="5" creationId="{1415DF3C-2B20-67A3-4524-AAEBA565AF45}"/>
          </ac:spMkLst>
        </pc:spChg>
        <pc:grpChg chg="add del">
          <ac:chgData name="Caglar, Mehmet Sina (152)" userId="8fc74d70-0c46-47ed-9cc0-13e8f9e69df7" providerId="ADAL" clId="{F6D7B0A0-8281-42B4-9DF8-360E1381CD6C}" dt="2025-12-25T16:09:59.324" v="5038" actId="26606"/>
          <ac:grpSpMkLst>
            <pc:docMk/>
            <pc:sldMk cId="1114399622" sldId="270"/>
            <ac:grpSpMk id="10" creationId="{114ED94A-C85D-4CD3-4205-438D21CE6B38}"/>
          </ac:grpSpMkLst>
        </pc:grpChg>
        <pc:grpChg chg="add del">
          <ac:chgData name="Caglar, Mehmet Sina (152)" userId="8fc74d70-0c46-47ed-9cc0-13e8f9e69df7" providerId="ADAL" clId="{F6D7B0A0-8281-42B4-9DF8-360E1381CD6C}" dt="2025-12-25T16:10:02.380" v="5040" actId="26606"/>
          <ac:grpSpMkLst>
            <pc:docMk/>
            <pc:sldMk cId="1114399622" sldId="270"/>
            <ac:grpSpMk id="16" creationId="{114ED94A-C85D-4CD3-4205-438D21CE6B38}"/>
          </ac:grpSpMkLst>
        </pc:grpChg>
        <pc:grpChg chg="add">
          <ac:chgData name="Caglar, Mehmet Sina (152)" userId="8fc74d70-0c46-47ed-9cc0-13e8f9e69df7" providerId="ADAL" clId="{F6D7B0A0-8281-42B4-9DF8-360E1381CD6C}" dt="2025-12-25T16:10:02.412" v="5041" actId="26606"/>
          <ac:grpSpMkLst>
            <pc:docMk/>
            <pc:sldMk cId="1114399622" sldId="270"/>
            <ac:grpSpMk id="22" creationId="{114ED94A-C85D-4CD3-4205-438D21CE6B38}"/>
          </ac:grpSpMkLst>
        </pc:grpChg>
        <pc:graphicFrameChg chg="add mod ord modGraphic">
          <ac:chgData name="Caglar, Mehmet Sina (152)" userId="8fc74d70-0c46-47ed-9cc0-13e8f9e69df7" providerId="ADAL" clId="{F6D7B0A0-8281-42B4-9DF8-360E1381CD6C}" dt="2025-12-25T18:37:00.056" v="5542" actId="255"/>
          <ac:graphicFrameMkLst>
            <pc:docMk/>
            <pc:sldMk cId="1114399622" sldId="270"/>
            <ac:graphicFrameMk id="4" creationId="{AEF78951-A10D-9396-1CA2-13A6FFCFF71B}"/>
          </ac:graphicFrameMkLst>
        </pc:graphicFrameChg>
      </pc:sldChg>
      <pc:sldChg chg="addSp delSp modSp add mod">
        <pc:chgData name="Caglar, Mehmet Sina (152)" userId="8fc74d70-0c46-47ed-9cc0-13e8f9e69df7" providerId="ADAL" clId="{F6D7B0A0-8281-42B4-9DF8-360E1381CD6C}" dt="2025-12-25T19:39:28.800" v="5752" actId="1076"/>
        <pc:sldMkLst>
          <pc:docMk/>
          <pc:sldMk cId="872947644" sldId="271"/>
        </pc:sldMkLst>
        <pc:spChg chg="mod">
          <ac:chgData name="Caglar, Mehmet Sina (152)" userId="8fc74d70-0c46-47ed-9cc0-13e8f9e69df7" providerId="ADAL" clId="{F6D7B0A0-8281-42B4-9DF8-360E1381CD6C}" dt="2025-12-25T18:40:53.392" v="5596" actId="1076"/>
          <ac:spMkLst>
            <pc:docMk/>
            <pc:sldMk cId="872947644" sldId="271"/>
            <ac:spMk id="2" creationId="{183CD824-7C89-1545-CBCE-61404B2336AF}"/>
          </ac:spMkLst>
        </pc:spChg>
        <pc:spChg chg="del mod">
          <ac:chgData name="Caglar, Mehmet Sina (152)" userId="8fc74d70-0c46-47ed-9cc0-13e8f9e69df7" providerId="ADAL" clId="{F6D7B0A0-8281-42B4-9DF8-360E1381CD6C}" dt="2025-12-25T18:39:58.702" v="5585" actId="478"/>
          <ac:spMkLst>
            <pc:docMk/>
            <pc:sldMk cId="872947644" sldId="271"/>
            <ac:spMk id="5" creationId="{2C97E81B-5FE2-5836-A2AA-EADBBE6D2052}"/>
          </ac:spMkLst>
        </pc:spChg>
        <pc:spChg chg="add del mod">
          <ac:chgData name="Caglar, Mehmet Sina (152)" userId="8fc74d70-0c46-47ed-9cc0-13e8f9e69df7" providerId="ADAL" clId="{F6D7B0A0-8281-42B4-9DF8-360E1381CD6C}" dt="2025-12-25T18:39:35.898" v="5581" actId="478"/>
          <ac:spMkLst>
            <pc:docMk/>
            <pc:sldMk cId="872947644" sldId="271"/>
            <ac:spMk id="6" creationId="{88558CB8-CF89-027A-04A4-FBBF6B8BFFB9}"/>
          </ac:spMkLst>
        </pc:spChg>
        <pc:spChg chg="add del mod">
          <ac:chgData name="Caglar, Mehmet Sina (152)" userId="8fc74d70-0c46-47ed-9cc0-13e8f9e69df7" providerId="ADAL" clId="{F6D7B0A0-8281-42B4-9DF8-360E1381CD6C}" dt="2025-12-25T18:39:18.246" v="5578" actId="478"/>
          <ac:spMkLst>
            <pc:docMk/>
            <pc:sldMk cId="872947644" sldId="271"/>
            <ac:spMk id="7" creationId="{CC427E4C-1EBB-184D-6049-13E491B80251}"/>
          </ac:spMkLst>
        </pc:spChg>
        <pc:spChg chg="add mod">
          <ac:chgData name="Caglar, Mehmet Sina (152)" userId="8fc74d70-0c46-47ed-9cc0-13e8f9e69df7" providerId="ADAL" clId="{F6D7B0A0-8281-42B4-9DF8-360E1381CD6C}" dt="2025-12-25T18:39:48.747" v="5583" actId="1076"/>
          <ac:spMkLst>
            <pc:docMk/>
            <pc:sldMk cId="872947644" sldId="271"/>
            <ac:spMk id="8" creationId="{E66B1BA8-F985-FE63-69D5-A5848AEB666E}"/>
          </ac:spMkLst>
        </pc:spChg>
        <pc:spChg chg="add mod">
          <ac:chgData name="Caglar, Mehmet Sina (152)" userId="8fc74d70-0c46-47ed-9cc0-13e8f9e69df7" providerId="ADAL" clId="{F6D7B0A0-8281-42B4-9DF8-360E1381CD6C}" dt="2025-12-25T18:39:48.747" v="5583" actId="1076"/>
          <ac:spMkLst>
            <pc:docMk/>
            <pc:sldMk cId="872947644" sldId="271"/>
            <ac:spMk id="9" creationId="{70C21200-E0B9-D954-43F9-61757FEC5CDE}"/>
          </ac:spMkLst>
        </pc:spChg>
        <pc:spChg chg="add del mod">
          <ac:chgData name="Caglar, Mehmet Sina (152)" userId="8fc74d70-0c46-47ed-9cc0-13e8f9e69df7" providerId="ADAL" clId="{F6D7B0A0-8281-42B4-9DF8-360E1381CD6C}" dt="2025-12-25T19:39:15.256" v="5749" actId="21"/>
          <ac:spMkLst>
            <pc:docMk/>
            <pc:sldMk cId="872947644" sldId="271"/>
            <ac:spMk id="10" creationId="{688D266E-4AEC-7972-D146-5A0EAB9A9484}"/>
          </ac:spMkLst>
        </pc:spChg>
        <pc:spChg chg="add del mod">
          <ac:chgData name="Caglar, Mehmet Sina (152)" userId="8fc74d70-0c46-47ed-9cc0-13e8f9e69df7" providerId="ADAL" clId="{F6D7B0A0-8281-42B4-9DF8-360E1381CD6C}" dt="2025-12-25T19:39:15.256" v="5749" actId="21"/>
          <ac:spMkLst>
            <pc:docMk/>
            <pc:sldMk cId="872947644" sldId="271"/>
            <ac:spMk id="15" creationId="{A3FE86D0-08AB-9CC0-9CB5-6C3E8F6EE3A4}"/>
          </ac:spMkLst>
        </pc:spChg>
        <pc:spChg chg="add mod">
          <ac:chgData name="Caglar, Mehmet Sina (152)" userId="8fc74d70-0c46-47ed-9cc0-13e8f9e69df7" providerId="ADAL" clId="{F6D7B0A0-8281-42B4-9DF8-360E1381CD6C}" dt="2025-12-25T19:39:23.090" v="5750" actId="1076"/>
          <ac:spMkLst>
            <pc:docMk/>
            <pc:sldMk cId="872947644" sldId="271"/>
            <ac:spMk id="16" creationId="{5FEB0C22-2EF5-0C59-AFBE-BD2C6DB09C87}"/>
          </ac:spMkLst>
        </pc:spChg>
        <pc:spChg chg="add mod">
          <ac:chgData name="Caglar, Mehmet Sina (152)" userId="8fc74d70-0c46-47ed-9cc0-13e8f9e69df7" providerId="ADAL" clId="{F6D7B0A0-8281-42B4-9DF8-360E1381CD6C}" dt="2025-12-25T19:39:23.090" v="5750" actId="1076"/>
          <ac:spMkLst>
            <pc:docMk/>
            <pc:sldMk cId="872947644" sldId="271"/>
            <ac:spMk id="17" creationId="{0F7FEBEE-8A0F-B3EA-1CB7-CF74FC148CFE}"/>
          </ac:spMkLst>
        </pc:spChg>
        <pc:spChg chg="add mod">
          <ac:chgData name="Caglar, Mehmet Sina (152)" userId="8fc74d70-0c46-47ed-9cc0-13e8f9e69df7" providerId="ADAL" clId="{F6D7B0A0-8281-42B4-9DF8-360E1381CD6C}" dt="2025-12-25T18:40:31.557" v="5593" actId="207"/>
          <ac:spMkLst>
            <pc:docMk/>
            <pc:sldMk cId="872947644" sldId="271"/>
            <ac:spMk id="18" creationId="{0973CBC4-F496-C0A9-BFEC-3B84255005FC}"/>
          </ac:spMkLst>
        </pc:spChg>
        <pc:spChg chg="add mod">
          <ac:chgData name="Caglar, Mehmet Sina (152)" userId="8fc74d70-0c46-47ed-9cc0-13e8f9e69df7" providerId="ADAL" clId="{F6D7B0A0-8281-42B4-9DF8-360E1381CD6C}" dt="2025-12-25T19:39:28.800" v="5752" actId="1076"/>
          <ac:spMkLst>
            <pc:docMk/>
            <pc:sldMk cId="872947644" sldId="271"/>
            <ac:spMk id="19" creationId="{688D266E-4AEC-7972-D146-5A0EAB9A9484}"/>
          </ac:spMkLst>
        </pc:spChg>
        <pc:spChg chg="add mod">
          <ac:chgData name="Caglar, Mehmet Sina (152)" userId="8fc74d70-0c46-47ed-9cc0-13e8f9e69df7" providerId="ADAL" clId="{F6D7B0A0-8281-42B4-9DF8-360E1381CD6C}" dt="2025-12-25T19:39:28.800" v="5752" actId="1076"/>
          <ac:spMkLst>
            <pc:docMk/>
            <pc:sldMk cId="872947644" sldId="271"/>
            <ac:spMk id="20" creationId="{A3FE86D0-08AB-9CC0-9CB5-6C3E8F6EE3A4}"/>
          </ac:spMkLst>
        </pc:spChg>
        <pc:graphicFrameChg chg="del mod modGraphic">
          <ac:chgData name="Caglar, Mehmet Sina (152)" userId="8fc74d70-0c46-47ed-9cc0-13e8f9e69df7" providerId="ADAL" clId="{F6D7B0A0-8281-42B4-9DF8-360E1381CD6C}" dt="2025-12-25T18:38:56.625" v="5575" actId="478"/>
          <ac:graphicFrameMkLst>
            <pc:docMk/>
            <pc:sldMk cId="872947644" sldId="271"/>
            <ac:graphicFrameMk id="4" creationId="{606B7F14-BB30-FE88-7E4D-3489DE816EB7}"/>
          </ac:graphicFrameMkLst>
        </pc:graphicFrameChg>
      </pc:sldChg>
      <pc:sldChg chg="addSp delSp modSp add mod">
        <pc:chgData name="Caglar, Mehmet Sina (152)" userId="8fc74d70-0c46-47ed-9cc0-13e8f9e69df7" providerId="ADAL" clId="{F6D7B0A0-8281-42B4-9DF8-360E1381CD6C}" dt="2025-12-26T04:14:25.261" v="6623" actId="20577"/>
        <pc:sldMkLst>
          <pc:docMk/>
          <pc:sldMk cId="254371108" sldId="272"/>
        </pc:sldMkLst>
        <pc:spChg chg="mod">
          <ac:chgData name="Caglar, Mehmet Sina (152)" userId="8fc74d70-0c46-47ed-9cc0-13e8f9e69df7" providerId="ADAL" clId="{F6D7B0A0-8281-42B4-9DF8-360E1381CD6C}" dt="2025-12-25T18:43:48.888" v="5645" actId="1076"/>
          <ac:spMkLst>
            <pc:docMk/>
            <pc:sldMk cId="254371108" sldId="272"/>
            <ac:spMk id="2" creationId="{46447A52-482B-3FEA-7989-8152D396081C}"/>
          </ac:spMkLst>
        </pc:spChg>
        <pc:spChg chg="add mod">
          <ac:chgData name="Caglar, Mehmet Sina (152)" userId="8fc74d70-0c46-47ed-9cc0-13e8f9e69df7" providerId="ADAL" clId="{F6D7B0A0-8281-42B4-9DF8-360E1381CD6C}" dt="2025-12-26T04:14:25.261" v="6623" actId="20577"/>
          <ac:spMkLst>
            <pc:docMk/>
            <pc:sldMk cId="254371108" sldId="272"/>
            <ac:spMk id="3" creationId="{3D2F314A-7A9E-783D-D50A-F3CDEB5EB930}"/>
          </ac:spMkLst>
        </pc:spChg>
        <pc:spChg chg="del">
          <ac:chgData name="Caglar, Mehmet Sina (152)" userId="8fc74d70-0c46-47ed-9cc0-13e8f9e69df7" providerId="ADAL" clId="{F6D7B0A0-8281-42B4-9DF8-360E1381CD6C}" dt="2025-12-25T18:43:30.548" v="5623" actId="478"/>
          <ac:spMkLst>
            <pc:docMk/>
            <pc:sldMk cId="254371108" sldId="272"/>
            <ac:spMk id="8" creationId="{2EDBA8DE-F9F4-E490-1BEA-A56F95DAC4CE}"/>
          </ac:spMkLst>
        </pc:spChg>
        <pc:spChg chg="del">
          <ac:chgData name="Caglar, Mehmet Sina (152)" userId="8fc74d70-0c46-47ed-9cc0-13e8f9e69df7" providerId="ADAL" clId="{F6D7B0A0-8281-42B4-9DF8-360E1381CD6C}" dt="2025-12-25T18:43:30.548" v="5623" actId="478"/>
          <ac:spMkLst>
            <pc:docMk/>
            <pc:sldMk cId="254371108" sldId="272"/>
            <ac:spMk id="9" creationId="{0AE54991-6CA0-5882-B1E6-3DDEDD1336D3}"/>
          </ac:spMkLst>
        </pc:spChg>
        <pc:spChg chg="del">
          <ac:chgData name="Caglar, Mehmet Sina (152)" userId="8fc74d70-0c46-47ed-9cc0-13e8f9e69df7" providerId="ADAL" clId="{F6D7B0A0-8281-42B4-9DF8-360E1381CD6C}" dt="2025-12-25T18:43:30.548" v="5623" actId="478"/>
          <ac:spMkLst>
            <pc:docMk/>
            <pc:sldMk cId="254371108" sldId="272"/>
            <ac:spMk id="10" creationId="{69E17081-65E7-CACA-7161-536A943A0838}"/>
          </ac:spMkLst>
        </pc:spChg>
        <pc:spChg chg="del">
          <ac:chgData name="Caglar, Mehmet Sina (152)" userId="8fc74d70-0c46-47ed-9cc0-13e8f9e69df7" providerId="ADAL" clId="{F6D7B0A0-8281-42B4-9DF8-360E1381CD6C}" dt="2025-12-25T18:43:30.548" v="5623" actId="478"/>
          <ac:spMkLst>
            <pc:docMk/>
            <pc:sldMk cId="254371108" sldId="272"/>
            <ac:spMk id="15" creationId="{14ECE2EE-CDFB-F559-7CE1-2913962F9701}"/>
          </ac:spMkLst>
        </pc:spChg>
        <pc:spChg chg="del">
          <ac:chgData name="Caglar, Mehmet Sina (152)" userId="8fc74d70-0c46-47ed-9cc0-13e8f9e69df7" providerId="ADAL" clId="{F6D7B0A0-8281-42B4-9DF8-360E1381CD6C}" dt="2025-12-25T18:43:30.548" v="5623" actId="478"/>
          <ac:spMkLst>
            <pc:docMk/>
            <pc:sldMk cId="254371108" sldId="272"/>
            <ac:spMk id="16" creationId="{6A30CDD8-A218-B728-1553-184413F23396}"/>
          </ac:spMkLst>
        </pc:spChg>
        <pc:spChg chg="del">
          <ac:chgData name="Caglar, Mehmet Sina (152)" userId="8fc74d70-0c46-47ed-9cc0-13e8f9e69df7" providerId="ADAL" clId="{F6D7B0A0-8281-42B4-9DF8-360E1381CD6C}" dt="2025-12-25T18:43:30.548" v="5623" actId="478"/>
          <ac:spMkLst>
            <pc:docMk/>
            <pc:sldMk cId="254371108" sldId="272"/>
            <ac:spMk id="17" creationId="{EC87820F-4355-D734-847A-5452614F6F1C}"/>
          </ac:spMkLst>
        </pc:spChg>
        <pc:spChg chg="del">
          <ac:chgData name="Caglar, Mehmet Sina (152)" userId="8fc74d70-0c46-47ed-9cc0-13e8f9e69df7" providerId="ADAL" clId="{F6D7B0A0-8281-42B4-9DF8-360E1381CD6C}" dt="2025-12-25T18:43:32.560" v="5624" actId="478"/>
          <ac:spMkLst>
            <pc:docMk/>
            <pc:sldMk cId="254371108" sldId="272"/>
            <ac:spMk id="18" creationId="{56258758-3A94-2A16-8A44-595B48F522F7}"/>
          </ac:spMkLst>
        </pc:spChg>
      </pc:sldChg>
      <pc:sldChg chg="addSp delSp modSp add mod">
        <pc:chgData name="Caglar, Mehmet Sina (152)" userId="8fc74d70-0c46-47ed-9cc0-13e8f9e69df7" providerId="ADAL" clId="{F6D7B0A0-8281-42B4-9DF8-360E1381CD6C}" dt="2025-12-25T18:51:02.240" v="5736" actId="1076"/>
        <pc:sldMkLst>
          <pc:docMk/>
          <pc:sldMk cId="3377597888" sldId="273"/>
        </pc:sldMkLst>
        <pc:spChg chg="mod">
          <ac:chgData name="Caglar, Mehmet Sina (152)" userId="8fc74d70-0c46-47ed-9cc0-13e8f9e69df7" providerId="ADAL" clId="{F6D7B0A0-8281-42B4-9DF8-360E1381CD6C}" dt="2025-12-25T18:50:07.376" v="5724" actId="1076"/>
          <ac:spMkLst>
            <pc:docMk/>
            <pc:sldMk cId="3377597888" sldId="273"/>
            <ac:spMk id="2" creationId="{E90A5422-616A-FF36-C9A7-E6A680117EAE}"/>
          </ac:spMkLst>
        </pc:spChg>
        <pc:spChg chg="del mod">
          <ac:chgData name="Caglar, Mehmet Sina (152)" userId="8fc74d70-0c46-47ed-9cc0-13e8f9e69df7" providerId="ADAL" clId="{F6D7B0A0-8281-42B4-9DF8-360E1381CD6C}" dt="2025-12-25T18:49:26.139" v="5675" actId="478"/>
          <ac:spMkLst>
            <pc:docMk/>
            <pc:sldMk cId="3377597888" sldId="273"/>
            <ac:spMk id="3" creationId="{57DBA3DE-64FC-2209-DCB0-E2A0AD339824}"/>
          </ac:spMkLst>
        </pc:spChg>
        <pc:spChg chg="add del mod">
          <ac:chgData name="Caglar, Mehmet Sina (152)" userId="8fc74d70-0c46-47ed-9cc0-13e8f9e69df7" providerId="ADAL" clId="{F6D7B0A0-8281-42B4-9DF8-360E1381CD6C}" dt="2025-12-25T18:49:29.803" v="5676" actId="478"/>
          <ac:spMkLst>
            <pc:docMk/>
            <pc:sldMk cId="3377597888" sldId="273"/>
            <ac:spMk id="6" creationId="{9629F6C1-07DA-2901-AAA1-162A23948677}"/>
          </ac:spMkLst>
        </pc:spChg>
        <pc:spChg chg="add mod">
          <ac:chgData name="Caglar, Mehmet Sina (152)" userId="8fc74d70-0c46-47ed-9cc0-13e8f9e69df7" providerId="ADAL" clId="{F6D7B0A0-8281-42B4-9DF8-360E1381CD6C}" dt="2025-12-25T18:51:02.240" v="5736" actId="1076"/>
          <ac:spMkLst>
            <pc:docMk/>
            <pc:sldMk cId="3377597888" sldId="273"/>
            <ac:spMk id="7" creationId="{B3FEFA5F-7A02-EAA5-0420-865DDEA28776}"/>
          </ac:spMkLst>
        </pc:spChg>
        <pc:picChg chg="del">
          <ac:chgData name="Caglar, Mehmet Sina (152)" userId="8fc74d70-0c46-47ed-9cc0-13e8f9e69df7" providerId="ADAL" clId="{F6D7B0A0-8281-42B4-9DF8-360E1381CD6C}" dt="2025-12-25T18:49:20.776" v="5673" actId="478"/>
          <ac:picMkLst>
            <pc:docMk/>
            <pc:sldMk cId="3377597888" sldId="273"/>
            <ac:picMk id="5" creationId="{F61B6B04-61BA-38E5-3E11-B828920EAF9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7CBF8-99E8-0B3D-11A2-ECC230E372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534C80-46A0-51EE-A131-838D88234C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4C14B-950B-8148-0F9D-346CBCB17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D3D75-A5B1-4FBF-A37C-AF267F33ADC9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53EC0-9828-CC27-FE40-4C3F1ABA5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733F8-F396-7CAC-654F-750D89B77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7C32B-6B10-4785-9178-04A354F1A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180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99CC9-6D47-F961-392D-6E1CDCEE5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0345D-39C1-C235-D590-9AE70879C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4C59B-71E9-C611-88FE-0D28B3432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D3D75-A5B1-4FBF-A37C-AF267F33ADC9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2564-51E9-5D5C-5D80-34CB18BAF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83D50-A9F2-1531-D1BB-73DE4A090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7C32B-6B10-4785-9178-04A354F1A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186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84401-F765-33FC-6BB6-D0A840981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41A8B0-49E0-6C9B-2205-1201D1690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8F522-50B6-465C-0BB6-92A2B864B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D3D75-A5B1-4FBF-A37C-AF267F33ADC9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56CC5-1472-23F8-419A-83EA7D63A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27A7C-A1A4-5690-ECF8-F6C3525A8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7C32B-6B10-4785-9178-04A354F1A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79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35533-F0CC-DF11-6E3C-014ABFF45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2F55A-A1F0-5802-253B-AA1F83CA2F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7533A5-D5B9-2922-BD0D-57D2031632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8EA89-050A-8746-9019-B62CF9C05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D3D75-A5B1-4FBF-A37C-AF267F33ADC9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880305-A92B-890A-2F81-54A2C7577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282E53-EAAC-53A5-D9F7-F55DFD667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7C32B-6B10-4785-9178-04A354F1A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480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0B290-1792-6BA7-5C0F-50DCBFB39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A0D83-9DD9-5B04-D115-CC80A976B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43DCF7-41F6-75F7-B275-553346BD7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F19FBE-437F-ED93-98A4-E0DB530712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CA0037-5EAD-3B15-6F97-4491BA4CA0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FD7739-6FA6-B72D-8DFB-CA8FCBF99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D3D75-A5B1-4FBF-A37C-AF267F33ADC9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539EEF-84E3-BDAD-A619-AF61F93E2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7EB3A8-BEEB-D865-23ED-6A8D42B95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7C32B-6B10-4785-9178-04A354F1A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904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A6A67-787E-BB4D-EA0D-A97E64B09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018896-85C2-B3F5-F885-867C54D68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D3D75-A5B1-4FBF-A37C-AF267F33ADC9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7F1F5D-C049-963A-8164-61461BC8A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20618D-2910-F2EC-261B-FDD034393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7C32B-6B10-4785-9178-04A354F1A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181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7061C7-8D36-2494-DF88-503C391F4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D3D75-A5B1-4FBF-A37C-AF267F33ADC9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6AAA1B-E7A5-C69D-4C9E-797A7FBA9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2F011-B8EB-067C-E75D-A81D9D47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7C32B-6B10-4785-9178-04A354F1A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105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4D720-55F7-F4FC-7E10-49143CA22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CC098-D916-7E1D-8ABE-50A546820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E71070-B54B-BFD1-2A9D-84754EE431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6C3BD8-FACE-0B16-DEF5-59C7722B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D3D75-A5B1-4FBF-A37C-AF267F33ADC9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8ED035-C87E-4EF8-CC4A-3584C41A2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BFC8C9-B46E-015C-4AB7-671067BB6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7C32B-6B10-4785-9178-04A354F1A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752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148D0-EEEB-2715-8F7C-A22787B6F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0DB071-9252-7239-A08E-2E3455254A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6EF571-7397-3E52-43B3-DF58D98EA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1F657A-A14A-579B-87AE-0D6C1F64B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D3D75-A5B1-4FBF-A37C-AF267F33ADC9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D6DABF-412E-00B4-0588-75AE41A40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4B1D34-F906-6FFF-24F0-7B70A0DAF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7C32B-6B10-4785-9178-04A354F1A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475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BF8F6-CB4D-8388-77FC-119DFAB60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E1FAC0-6E13-0E13-EA9E-61C8E6B500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366CC-D417-EE27-26D1-A0C4FD2F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D3D75-A5B1-4FBF-A37C-AF267F33ADC9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ACEB3-617B-33AE-F5BB-50C5D21D7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9B870-C51A-F05A-763B-335B0E013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7C32B-6B10-4785-9178-04A354F1A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88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13BAA3-EB24-7124-11EE-F2107E8707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D451A5-9AAC-0B56-5FAE-650B121686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3778B-A108-AA54-0ED9-8743D63D6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D3D75-A5B1-4FBF-A37C-AF267F33ADC9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BD6E9-65A6-0211-BE9D-75BABBA24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D62C9-C981-4A30-CBBA-8FB0DE7F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7C32B-6B10-4785-9178-04A354F1A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993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81D7AB-DBC0-9387-2528-345A5389E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CCD8A-A9D3-522D-23BE-5433D2EE4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B4E7F-21B4-342D-F0D4-E67F9ECC4E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0D3D75-A5B1-4FBF-A37C-AF267F33ADC9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E7BE1-8DEA-DD13-2564-2FAC4FC02A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6DA1C-6F4D-7B56-6F70-37D0F8862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27C32B-6B10-4785-9178-04A354F1A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681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C671A-E30F-6A89-496D-87A9B5BEE8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775" y="586855"/>
            <a:ext cx="5423241" cy="33469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Structural &amp; Community Analysis of the Wiki-Vote Network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1895C0-FFB1-16CC-E8E9-CA766716AD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47024" y="655975"/>
            <a:ext cx="6340201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Term Project – Social Network Analysis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dirty="0"/>
              <a:t>150123821 – Mehmet Sina Çağlar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22934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FA0556F-739D-56FA-2681-5D722A5C7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4290" y="-1911"/>
            <a:ext cx="5091233" cy="6859911"/>
            <a:chOff x="-34290" y="-1911"/>
            <a:chExt cx="5091233" cy="685991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03F14F8-AA60-0B2F-763E-CF3ECE8D2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-17214" y="-1911"/>
              <a:ext cx="5069040" cy="6859911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2333D23-8793-EF97-09BC-F864EDE23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-6313" y="-1"/>
              <a:ext cx="5063256" cy="6850839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alpha val="79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21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84100B9-C991-6C57-E603-1B408DC15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433960" y="3227856"/>
              <a:ext cx="2154733" cy="5091233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FDC6A7B-8935-4EAB-D805-0E586EAE7E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1155658" y="-1911"/>
              <a:ext cx="3890385" cy="666301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26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8E55CE1-4DF9-9C89-2F4E-CA0F12F5C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04" y="1649691"/>
            <a:ext cx="3648526" cy="3596295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80221-F73A-5EDB-80E1-4CEFAE235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5202" y="680224"/>
            <a:ext cx="5868597" cy="598087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Dataset: </a:t>
            </a:r>
            <a:r>
              <a:rPr lang="en-US" sz="2400" dirty="0"/>
              <a:t>Wiki-Vote (Wikipedia Administrator Elections)</a:t>
            </a:r>
          </a:p>
          <a:p>
            <a:pPr marL="0" indent="0">
              <a:buNone/>
            </a:pPr>
            <a:r>
              <a:rPr lang="en-US" sz="2400" b="1" dirty="0"/>
              <a:t>Nodes: </a:t>
            </a:r>
            <a:r>
              <a:rPr lang="en-US" sz="2400" dirty="0"/>
              <a:t>Wikipedia users &amp; admins</a:t>
            </a:r>
          </a:p>
          <a:p>
            <a:pPr marL="0" indent="0">
              <a:buNone/>
            </a:pPr>
            <a:r>
              <a:rPr lang="en-US" sz="2400" b="1" dirty="0"/>
              <a:t>Edges: </a:t>
            </a:r>
            <a:r>
              <a:rPr lang="en-US" sz="2400" dirty="0"/>
              <a:t>Votes cast for </a:t>
            </a:r>
            <a:r>
              <a:rPr lang="en-US" sz="2400" dirty="0" err="1"/>
              <a:t>adminship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Type: </a:t>
            </a:r>
            <a:r>
              <a:rPr lang="en-US" sz="2400" dirty="0"/>
              <a:t>Directed, Unweighted</a:t>
            </a:r>
          </a:p>
          <a:p>
            <a:pPr marL="0" indent="0">
              <a:buNone/>
            </a:pPr>
            <a:r>
              <a:rPr lang="en-US" sz="2400" b="1" dirty="0"/>
              <a:t>Key </a:t>
            </a:r>
            <a:r>
              <a:rPr lang="tr-TR" sz="2400" b="1" dirty="0"/>
              <a:t>Stats</a:t>
            </a:r>
            <a:r>
              <a:rPr lang="en-US" sz="2400" b="1" dirty="0"/>
              <a:t>:</a:t>
            </a:r>
            <a:endParaRPr lang="tr-TR" sz="2400" b="1" dirty="0"/>
          </a:p>
          <a:p>
            <a:r>
              <a:rPr lang="tr-TR" sz="2400" b="1" dirty="0"/>
              <a:t>Nodes: </a:t>
            </a:r>
            <a:r>
              <a:rPr lang="tr-TR" sz="2400" dirty="0"/>
              <a:t>7,115</a:t>
            </a:r>
          </a:p>
          <a:p>
            <a:r>
              <a:rPr lang="tr-TR" sz="2400" b="1" dirty="0"/>
              <a:t>Edges: </a:t>
            </a:r>
            <a:r>
              <a:rPr lang="tr-TR" sz="2400" dirty="0"/>
              <a:t>103,689</a:t>
            </a:r>
            <a:endParaRPr lang="en-US" sz="2400" dirty="0"/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87277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95A35-FE5C-6F55-6BD6-8922BA377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1101114"/>
            <a:ext cx="10488274" cy="6051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/>
              <a:t>Layout Comparison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E076A3E-9405-C3DA-A25B-74C4AD47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7B51B6D9-92CC-6159-3EB9-CF4705F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94" y="2680138"/>
            <a:ext cx="12192000" cy="4177862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A6BB193A-9C6C-7592-25D7-3DD96291A3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0332" y="3573588"/>
            <a:ext cx="2483494" cy="241326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01669BD-ACB8-C156-DC36-6E53FEBBD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0165" y="3598989"/>
            <a:ext cx="2480026" cy="241130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61B2692-BC19-E3F9-24A8-6863F4C4C9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6690" y="3598989"/>
            <a:ext cx="2483494" cy="235311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CE96DF2-888D-1B7B-6BFF-3C5CBE5B4A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5245" y="3573588"/>
            <a:ext cx="2480026" cy="24039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4CBA20-CD11-A5A2-EDBF-DFC8D5C69145}"/>
              </a:ext>
            </a:extLst>
          </p:cNvPr>
          <p:cNvSpPr txBox="1"/>
          <p:nvPr/>
        </p:nvSpPr>
        <p:spPr>
          <a:xfrm>
            <a:off x="479225" y="2921140"/>
            <a:ext cx="22457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Random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C01252-3617-FE53-E494-25872B7D09C1}"/>
              </a:ext>
            </a:extLst>
          </p:cNvPr>
          <p:cNvSpPr txBox="1"/>
          <p:nvPr/>
        </p:nvSpPr>
        <p:spPr>
          <a:xfrm>
            <a:off x="3262404" y="2915080"/>
            <a:ext cx="22457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Circular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9D0D84-8C36-1E13-BA3C-DF0079C92A68}"/>
              </a:ext>
            </a:extLst>
          </p:cNvPr>
          <p:cNvSpPr txBox="1"/>
          <p:nvPr/>
        </p:nvSpPr>
        <p:spPr>
          <a:xfrm>
            <a:off x="6045583" y="2957114"/>
            <a:ext cx="22457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Grid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F54A9C-4C6B-C44C-6BB4-A64A0EF3EB5C}"/>
              </a:ext>
            </a:extLst>
          </p:cNvPr>
          <p:cNvSpPr txBox="1"/>
          <p:nvPr/>
        </p:nvSpPr>
        <p:spPr>
          <a:xfrm>
            <a:off x="8747324" y="2954898"/>
            <a:ext cx="22457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Force-Directed</a:t>
            </a:r>
          </a:p>
        </p:txBody>
      </p:sp>
    </p:spTree>
    <p:extLst>
      <p:ext uri="{BB962C8B-B14F-4D97-AF65-F5344CB8AC3E}">
        <p14:creationId xmlns:p14="http://schemas.microsoft.com/office/powerpoint/2010/main" val="401344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7577B85-30D3-6910-A51B-BAED98119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In-Degree Distribution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75666F-BC82-D866-5CD2-2CFAF0CBB8B4}"/>
              </a:ext>
            </a:extLst>
          </p:cNvPr>
          <p:cNvSpPr txBox="1"/>
          <p:nvPr/>
        </p:nvSpPr>
        <p:spPr>
          <a:xfrm>
            <a:off x="755484" y="2459116"/>
            <a:ext cx="3702579" cy="35248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In-Degree represents popularity. How many votes a candidate received.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Many people received little to no votes.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Getting votes is hard. The maximum value in in-degree is lower than the maximum value in out-degree.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Heavy-Tailed distribution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Most users in the network have very low activity. They received few votes and cast few votes.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There is existence of a few outliers who are extremely active.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Scale-Free Network </a:t>
            </a:r>
          </a:p>
        </p:txBody>
      </p:sp>
      <p:pic>
        <p:nvPicPr>
          <p:cNvPr id="12" name="Content Placeholder 11" descr="A graph of a number of blue bars&#10;&#10;AI-generated content may be incorrect.">
            <a:extLst>
              <a:ext uri="{FF2B5EF4-FFF2-40B4-BE49-F238E27FC236}">
                <a16:creationId xmlns:a16="http://schemas.microsoft.com/office/drawing/2014/main" id="{E1CAEAED-A107-AE5D-33A2-653E0B3D04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05304" y="1252682"/>
            <a:ext cx="5407002" cy="435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915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D50952-2439-F96A-D34F-2AA1C9737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anchor="b">
            <a:normAutofit/>
          </a:bodyPr>
          <a:lstStyle/>
          <a:p>
            <a:r>
              <a:rPr lang="tr-TR" sz="4000" dirty="0">
                <a:solidFill>
                  <a:srgbClr val="FFFFFF"/>
                </a:solidFill>
              </a:rPr>
              <a:t>Out-Degree Distribution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A4E85-F185-8E31-8638-6D854EC95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484" y="2459116"/>
            <a:ext cx="3702579" cy="3524823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FFFF"/>
                </a:solidFill>
              </a:rPr>
              <a:t>Out-Degree represents participation. How many times a user voted.</a:t>
            </a:r>
          </a:p>
          <a:p>
            <a:r>
              <a:rPr lang="en-US" sz="2000" dirty="0">
                <a:solidFill>
                  <a:srgbClr val="FFFFFF"/>
                </a:solidFill>
              </a:rPr>
              <a:t>Majority is passive. </a:t>
            </a:r>
          </a:p>
          <a:p>
            <a:r>
              <a:rPr lang="en-US" sz="2000" dirty="0">
                <a:solidFill>
                  <a:srgbClr val="FFFFFF"/>
                </a:solidFill>
              </a:rPr>
              <a:t>These high out-degree nodes represent the "activists" of Wikipedia, the people who spend a significant amount of time reviewing and voting on admin candidates.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AC44C9-ECDA-4D9C-2148-C964B744B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304" y="1238440"/>
            <a:ext cx="5407002" cy="4381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420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7758CF3-6511-AE86-4C38-7AEA93684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404" y="725968"/>
            <a:ext cx="3702580" cy="624135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Ego Net 1.5 Radius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F90151-33CD-7ACE-B723-B3168D2603EF}"/>
              </a:ext>
            </a:extLst>
          </p:cNvPr>
          <p:cNvSpPr txBox="1"/>
          <p:nvPr/>
        </p:nvSpPr>
        <p:spPr>
          <a:xfrm>
            <a:off x="518404" y="1592432"/>
            <a:ext cx="3702579" cy="514440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Red Node in the middle represents the user with the highest degree.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Orange Nodes are the immediate neighbors of this user. They either voted for the Red Node or were voted for by the Red Node.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It is a Dense Cluster. The Black lines connecting the orange dots means the neighbors know each other.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High Local Clustering Coefficient.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Their supporters likely know each other and have voted for each other in the past.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It proves the existence of Triadic Closure. A knows B, B knows C, so A likely knows C.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C78DC15-5882-8811-CE8A-5C31BC54B0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05304" y="853916"/>
            <a:ext cx="5407002" cy="515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049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FA0556F-739D-56FA-2681-5D722A5C7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4290" y="-1911"/>
            <a:ext cx="5091233" cy="6859911"/>
            <a:chOff x="-34290" y="-1911"/>
            <a:chExt cx="5091233" cy="685991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03F14F8-AA60-0B2F-763E-CF3ECE8D2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-17214" y="-1911"/>
              <a:ext cx="5069040" cy="6859911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2333D23-8793-EF97-09BC-F864EDE23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-6313" y="-1"/>
              <a:ext cx="5063256" cy="6850839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alpha val="79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21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84100B9-C991-6C57-E603-1B408DC15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433960" y="3227856"/>
              <a:ext cx="2154733" cy="5091233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FDC6A7B-8935-4EAB-D805-0E586EAE7E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1155658" y="-1911"/>
              <a:ext cx="3890385" cy="666301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26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BFD07B-AA72-F788-B3EE-DC21E423E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04" y="1649691"/>
            <a:ext cx="3648526" cy="3596295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Network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C90A2-62F3-14EA-23EB-6F6E29AF0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5202" y="0"/>
            <a:ext cx="5868597" cy="6850839"/>
          </a:xfrm>
        </p:spPr>
        <p:txBody>
          <a:bodyPr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 b="1" dirty="0"/>
              <a:t>Nodes in LSCC: 1300</a:t>
            </a:r>
          </a:p>
          <a:p>
            <a:r>
              <a:rPr lang="en-US" sz="2000" dirty="0"/>
              <a:t>Only 18% of users are part of the strongly connected component</a:t>
            </a: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Diameter (LSCC): 9</a:t>
            </a:r>
          </a:p>
          <a:p>
            <a:r>
              <a:rPr lang="en-US" sz="2000" dirty="0"/>
              <a:t>Longest shortest path.</a:t>
            </a:r>
          </a:p>
          <a:p>
            <a:r>
              <a:rPr lang="en-US" sz="2000" dirty="0"/>
              <a:t>Network is relatively compact, despite having over 7,000 users.</a:t>
            </a:r>
          </a:p>
          <a:p>
            <a:pPr marL="0" indent="0">
              <a:buNone/>
            </a:pPr>
            <a:r>
              <a:rPr lang="en-US" sz="2000" b="1" dirty="0"/>
              <a:t>Average Path Length (LSCC): 2.88 </a:t>
            </a:r>
          </a:p>
          <a:p>
            <a:r>
              <a:rPr lang="en-US" sz="2000" dirty="0"/>
              <a:t>Information spreads fast</a:t>
            </a:r>
            <a:r>
              <a:rPr lang="tr-TR" sz="2000" dirty="0"/>
              <a:t>.</a:t>
            </a:r>
            <a:endParaRPr lang="en-US" sz="2000" dirty="0"/>
          </a:p>
          <a:p>
            <a:r>
              <a:rPr lang="en-US" sz="2000" dirty="0"/>
              <a:t>Tight world.</a:t>
            </a:r>
          </a:p>
          <a:p>
            <a:pPr marL="0" indent="0">
              <a:buNone/>
            </a:pPr>
            <a:r>
              <a:rPr lang="en-US" sz="2000" b="1" dirty="0"/>
              <a:t>Giant Component (WCC): 7066</a:t>
            </a:r>
          </a:p>
          <a:p>
            <a:r>
              <a:rPr lang="en-US" sz="2000" dirty="0"/>
              <a:t>99.3% Coverage</a:t>
            </a:r>
          </a:p>
          <a:p>
            <a:r>
              <a:rPr lang="en-US" sz="2000" dirty="0"/>
              <a:t>Although the graph is sparse, almost everyone is connected.</a:t>
            </a:r>
          </a:p>
          <a:p>
            <a:pPr marL="0" indent="0">
              <a:buNone/>
            </a:pPr>
            <a:r>
              <a:rPr lang="en-US" sz="2000" b="1" dirty="0"/>
              <a:t>Density: 0.002</a:t>
            </a:r>
          </a:p>
          <a:p>
            <a:r>
              <a:rPr lang="en-US" sz="2000" dirty="0"/>
              <a:t>Proves the graph is sparse.</a:t>
            </a:r>
          </a:p>
          <a:p>
            <a:pPr marL="0" indent="0">
              <a:buNone/>
            </a:pPr>
            <a:r>
              <a:rPr lang="en-US" sz="2000" b="1" dirty="0"/>
              <a:t>Reciprocity: 5.6% </a:t>
            </a:r>
          </a:p>
          <a:p>
            <a:r>
              <a:rPr lang="tr-TR" sz="2000" dirty="0"/>
              <a:t>Very </a:t>
            </a:r>
            <a:r>
              <a:rPr lang="en-US" sz="2000" dirty="0"/>
              <a:t>Low</a:t>
            </a:r>
            <a:endParaRPr lang="tr-TR" sz="2000" dirty="0"/>
          </a:p>
          <a:p>
            <a:r>
              <a:rPr lang="tr-TR" sz="2000" dirty="0"/>
              <a:t>Users vote for admins, but admins rarely vote back.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 err="1"/>
              <a:t>Assortativity</a:t>
            </a:r>
            <a:r>
              <a:rPr lang="en-US" sz="2000" b="1" dirty="0"/>
              <a:t>: -0.08 </a:t>
            </a:r>
          </a:p>
          <a:p>
            <a:r>
              <a:rPr lang="en-US" sz="2000" dirty="0"/>
              <a:t>Disassortative.</a:t>
            </a:r>
          </a:p>
          <a:p>
            <a:r>
              <a:rPr lang="tr-TR" sz="2000" dirty="0"/>
              <a:t>Regular users tend to connect to popular hubs rather than each other.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08133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2AC5621-A812-8D3F-EFC1-E25EF6518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253698"/>
            <a:ext cx="3702580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Centrality &amp; Power Structure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15DF3C-2B20-67A3-4524-AAEBA565AF45}"/>
              </a:ext>
            </a:extLst>
          </p:cNvPr>
          <p:cNvSpPr txBox="1"/>
          <p:nvPr/>
        </p:nvSpPr>
        <p:spPr>
          <a:xfrm>
            <a:off x="755484" y="1839398"/>
            <a:ext cx="3702579" cy="35248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 PageRank &amp; Degree are highly correlated.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Betweenness is less correlated: Some users act as bridges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The most popular does not have to be the most strategic bridge.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Target the Node 4037 to break down the network.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Target the Node 15 to spread information.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EF78951-A10D-9396-1CA2-13A6FFCFF7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0589095"/>
              </p:ext>
            </p:extLst>
          </p:nvPr>
        </p:nvGraphicFramePr>
        <p:xfrm>
          <a:off x="5590571" y="1585531"/>
          <a:ext cx="6389226" cy="3077338"/>
        </p:xfrm>
        <a:graphic>
          <a:graphicData uri="http://schemas.openxmlformats.org/drawingml/2006/table">
            <a:tbl>
              <a:tblPr firstRow="1" bandRow="1">
                <a:noFill/>
                <a:tableStyleId>{21E4AEA4-8DFA-4A89-87EB-49C32662AFE0}</a:tableStyleId>
              </a:tblPr>
              <a:tblGrid>
                <a:gridCol w="1077682">
                  <a:extLst>
                    <a:ext uri="{9D8B030D-6E8A-4147-A177-3AD203B41FA5}">
                      <a16:colId xmlns:a16="http://schemas.microsoft.com/office/drawing/2014/main" val="281660756"/>
                    </a:ext>
                  </a:extLst>
                </a:gridCol>
                <a:gridCol w="1380786">
                  <a:extLst>
                    <a:ext uri="{9D8B030D-6E8A-4147-A177-3AD203B41FA5}">
                      <a16:colId xmlns:a16="http://schemas.microsoft.com/office/drawing/2014/main" val="1929650351"/>
                    </a:ext>
                  </a:extLst>
                </a:gridCol>
                <a:gridCol w="1302628">
                  <a:extLst>
                    <a:ext uri="{9D8B030D-6E8A-4147-A177-3AD203B41FA5}">
                      <a16:colId xmlns:a16="http://schemas.microsoft.com/office/drawing/2014/main" val="1084574378"/>
                    </a:ext>
                  </a:extLst>
                </a:gridCol>
                <a:gridCol w="995710">
                  <a:extLst>
                    <a:ext uri="{9D8B030D-6E8A-4147-A177-3AD203B41FA5}">
                      <a16:colId xmlns:a16="http://schemas.microsoft.com/office/drawing/2014/main" val="2858383334"/>
                    </a:ext>
                  </a:extLst>
                </a:gridCol>
                <a:gridCol w="1632420">
                  <a:extLst>
                    <a:ext uri="{9D8B030D-6E8A-4147-A177-3AD203B41FA5}">
                      <a16:colId xmlns:a16="http://schemas.microsoft.com/office/drawing/2014/main" val="2712050149"/>
                    </a:ext>
                  </a:extLst>
                </a:gridCol>
              </a:tblGrid>
              <a:tr h="439840">
                <a:tc>
                  <a:txBody>
                    <a:bodyPr/>
                    <a:lstStyle/>
                    <a:p>
                      <a:r>
                        <a:rPr lang="en-US" sz="1800" b="1" cap="none" spc="0">
                          <a:solidFill>
                            <a:schemeClr val="bg1"/>
                          </a:solidFill>
                        </a:rPr>
                        <a:t>Node ID</a:t>
                      </a:r>
                    </a:p>
                  </a:txBody>
                  <a:tcPr marL="65047" marR="46462" marT="92924" marB="9292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cap="none" spc="0">
                          <a:solidFill>
                            <a:schemeClr val="bg1"/>
                          </a:solidFill>
                        </a:rPr>
                        <a:t>Role</a:t>
                      </a:r>
                    </a:p>
                  </a:txBody>
                  <a:tcPr marL="65047" marR="46462" marT="92924" marB="9292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cap="none" spc="0">
                          <a:solidFill>
                            <a:schemeClr val="bg1"/>
                          </a:solidFill>
                        </a:rPr>
                        <a:t>PageRank</a:t>
                      </a:r>
                    </a:p>
                  </a:txBody>
                  <a:tcPr marL="65047" marR="46462" marT="92924" marB="9292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cap="none" spc="0">
                          <a:solidFill>
                            <a:schemeClr val="bg1"/>
                          </a:solidFill>
                        </a:rPr>
                        <a:t>Degree</a:t>
                      </a:r>
                    </a:p>
                  </a:txBody>
                  <a:tcPr marL="65047" marR="46462" marT="92924" marB="9292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cap="none" spc="0" dirty="0">
                          <a:solidFill>
                            <a:schemeClr val="bg1"/>
                          </a:solidFill>
                        </a:rPr>
                        <a:t>Betweenness</a:t>
                      </a:r>
                    </a:p>
                  </a:txBody>
                  <a:tcPr marL="65047" marR="46462" marT="92924" marB="9292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106750"/>
                  </a:ext>
                </a:extLst>
              </a:tr>
              <a:tr h="362403"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4037</a:t>
                      </a:r>
                    </a:p>
                  </a:txBody>
                  <a:tcPr marL="65047" marR="46462" marT="46462" marB="9292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The Hub</a:t>
                      </a:r>
                    </a:p>
                  </a:txBody>
                  <a:tcPr marL="65047" marR="46462" marT="46462" marB="9292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#1 (0.0046)</a:t>
                      </a:r>
                    </a:p>
                  </a:txBody>
                  <a:tcPr marL="65047" marR="46462" marT="46462" marB="9292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0.066 </a:t>
                      </a:r>
                    </a:p>
                  </a:txBody>
                  <a:tcPr marL="65047" marR="46462" marT="46462" marB="9292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Low (0.003)</a:t>
                      </a:r>
                    </a:p>
                  </a:txBody>
                  <a:tcPr marL="65047" marR="46462" marT="46462" marB="9292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61866"/>
                  </a:ext>
                </a:extLst>
              </a:tr>
              <a:tr h="362403"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65047" marR="46462" marT="46462" marB="9292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The Bridge</a:t>
                      </a:r>
                    </a:p>
                  </a:txBody>
                  <a:tcPr marL="65047" marR="46462" marT="46462" marB="9292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#2 (0.0036)</a:t>
                      </a:r>
                    </a:p>
                  </a:txBody>
                  <a:tcPr marL="65047" marR="46462" marT="46462" marB="9292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0.057</a:t>
                      </a:r>
                    </a:p>
                  </a:txBody>
                  <a:tcPr marL="65047" marR="46462" marT="46462" marB="9292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Highest (0.012)</a:t>
                      </a:r>
                    </a:p>
                  </a:txBody>
                  <a:tcPr marL="65047" marR="46462" marT="46462" marB="9292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335416"/>
                  </a:ext>
                </a:extLst>
              </a:tr>
              <a:tr h="362403"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6634</a:t>
                      </a:r>
                    </a:p>
                  </a:txBody>
                  <a:tcPr marL="65047" marR="46462" marT="46462" marB="9292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Rising </a:t>
                      </a:r>
                    </a:p>
                  </a:txBody>
                  <a:tcPr marL="65047" marR="46462" marT="46462" marB="9292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#3 (0.0035)</a:t>
                      </a:r>
                    </a:p>
                  </a:txBody>
                  <a:tcPr marL="65047" marR="46462" marT="46462" marB="9292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0.029</a:t>
                      </a:r>
                    </a:p>
                  </a:txBody>
                  <a:tcPr marL="65047" marR="46462" marT="46462" marB="9292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Low (0.001)</a:t>
                      </a:r>
                    </a:p>
                  </a:txBody>
                  <a:tcPr marL="65047" marR="46462" marT="46462" marB="9292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2927692"/>
                  </a:ext>
                </a:extLst>
              </a:tr>
              <a:tr h="548251"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2625</a:t>
                      </a:r>
                    </a:p>
                  </a:txBody>
                  <a:tcPr marL="65047" marR="46462" marT="46462" marB="9292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Isolate Member</a:t>
                      </a:r>
                    </a:p>
                  </a:txBody>
                  <a:tcPr marL="65047" marR="46462" marT="46462" marB="9292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#4 (0.0033)</a:t>
                      </a:r>
                    </a:p>
                  </a:txBody>
                  <a:tcPr marL="65047" marR="46462" marT="46462" marB="9292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0.046</a:t>
                      </a:r>
                    </a:p>
                  </a:txBody>
                  <a:tcPr marL="65047" marR="46462" marT="46462" marB="9292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No Control (0.0)</a:t>
                      </a:r>
                    </a:p>
                  </a:txBody>
                  <a:tcPr marL="65047" marR="46462" marT="46462" marB="9292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187071"/>
                  </a:ext>
                </a:extLst>
              </a:tr>
              <a:tr h="362403"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2398</a:t>
                      </a:r>
                    </a:p>
                  </a:txBody>
                  <a:tcPr marL="65047" marR="46462" marT="46462" marB="9292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Core Member</a:t>
                      </a:r>
                    </a:p>
                  </a:txBody>
                  <a:tcPr marL="65047" marR="46462" marT="46462" marB="9292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#5 (0.0026)</a:t>
                      </a:r>
                    </a:p>
                  </a:txBody>
                  <a:tcPr marL="65047" marR="46462" marT="46462" marB="9292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0.056</a:t>
                      </a:r>
                    </a:p>
                  </a:txBody>
                  <a:tcPr marL="65047" marR="46462" marT="46462" marB="9292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Mod (0.003)</a:t>
                      </a:r>
                    </a:p>
                  </a:txBody>
                  <a:tcPr marL="65047" marR="46462" marT="46462" marB="9292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7522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4399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E50373-88D5-7CA0-3DD8-1DCD37A6A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C44AC824-9AEA-A13B-A911-79B94D8C9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856650D-3967-75C0-9CCE-43E61E484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1CBE909-5AE4-8AE7-C501-94025257D8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FC93105-6ADF-77CF-C90A-AAF56E0B2F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CA3AF57-35FA-E2E2-ADFF-FB2FBA65C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83CD824-7C89-1545-CBCE-61404B233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15" y="2065432"/>
            <a:ext cx="4635498" cy="666949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Small-World Analysis</a:t>
            </a:r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E66B1BA8-F985-FE63-69D5-A5848AEB666E}"/>
              </a:ext>
            </a:extLst>
          </p:cNvPr>
          <p:cNvSpPr/>
          <p:nvPr/>
        </p:nvSpPr>
        <p:spPr>
          <a:xfrm>
            <a:off x="6204452" y="474609"/>
            <a:ext cx="4752975" cy="1257300"/>
          </a:xfrm>
          <a:prstGeom prst="round2Same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0C21200-E0B9-D954-43F9-61757FEC5CDE}"/>
              </a:ext>
            </a:extLst>
          </p:cNvPr>
          <p:cNvSpPr txBox="1">
            <a:spLocks/>
          </p:cNvSpPr>
          <p:nvPr/>
        </p:nvSpPr>
        <p:spPr>
          <a:xfrm>
            <a:off x="6447338" y="567031"/>
            <a:ext cx="4076701" cy="1536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>
                <a:solidFill>
                  <a:schemeClr val="bg1"/>
                </a:solidFill>
              </a:rPr>
              <a:t>Clustering Coefficient</a:t>
            </a:r>
          </a:p>
          <a:p>
            <a:r>
              <a:rPr lang="en-US" sz="2000">
                <a:solidFill>
                  <a:schemeClr val="bg1"/>
                </a:solidFill>
              </a:rPr>
              <a:t>Real (0.082) vs. Random (0.002)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5FEB0C22-2EF5-0C59-AFBE-BD2C6DB09C87}"/>
              </a:ext>
            </a:extLst>
          </p:cNvPr>
          <p:cNvSpPr/>
          <p:nvPr/>
        </p:nvSpPr>
        <p:spPr>
          <a:xfrm>
            <a:off x="6204452" y="4754270"/>
            <a:ext cx="4752975" cy="1257300"/>
          </a:xfrm>
          <a:prstGeom prst="round2Same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7FEBEE-8A0F-B3EA-1CB7-CF74FC148CFE}"/>
              </a:ext>
            </a:extLst>
          </p:cNvPr>
          <p:cNvSpPr txBox="1"/>
          <p:nvPr/>
        </p:nvSpPr>
        <p:spPr>
          <a:xfrm>
            <a:off x="6447338" y="4844311"/>
            <a:ext cx="417671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Sigma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Value: 36.01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36.01 &gt; 1, hence small-world.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73CBC4-F496-C0A9-BFEC-3B84255005FC}"/>
              </a:ext>
            </a:extLst>
          </p:cNvPr>
          <p:cNvSpPr txBox="1"/>
          <p:nvPr/>
        </p:nvSpPr>
        <p:spPr>
          <a:xfrm>
            <a:off x="433147" y="3864207"/>
            <a:ext cx="4011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i="1" dirty="0">
                <a:solidFill>
                  <a:schemeClr val="bg1"/>
                </a:solidFill>
              </a:rPr>
              <a:t>YES</a:t>
            </a:r>
            <a:r>
              <a:rPr lang="tr-TR" sz="2800" i="1" dirty="0">
                <a:solidFill>
                  <a:schemeClr val="bg1"/>
                </a:solidFill>
              </a:rPr>
              <a:t>, It is a Small-World!</a:t>
            </a:r>
            <a:endParaRPr lang="en-US" sz="2800" i="1" dirty="0">
              <a:solidFill>
                <a:schemeClr val="bg1"/>
              </a:solidFill>
            </a:endParaRPr>
          </a:p>
        </p:txBody>
      </p:sp>
      <p:sp>
        <p:nvSpPr>
          <p:cNvPr id="19" name="Rectangle: Top Corners Rounded 18">
            <a:extLst>
              <a:ext uri="{FF2B5EF4-FFF2-40B4-BE49-F238E27FC236}">
                <a16:creationId xmlns:a16="http://schemas.microsoft.com/office/drawing/2014/main" id="{688D266E-4AEC-7972-D146-5A0EAB9A9484}"/>
              </a:ext>
            </a:extLst>
          </p:cNvPr>
          <p:cNvSpPr/>
          <p:nvPr/>
        </p:nvSpPr>
        <p:spPr>
          <a:xfrm>
            <a:off x="6209214" y="2242815"/>
            <a:ext cx="4752975" cy="2000547"/>
          </a:xfrm>
          <a:prstGeom prst="round2Same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FE86D0-08AB-9CC0-9CB5-6C3E8F6EE3A4}"/>
              </a:ext>
            </a:extLst>
          </p:cNvPr>
          <p:cNvSpPr txBox="1"/>
          <p:nvPr/>
        </p:nvSpPr>
        <p:spPr>
          <a:xfrm>
            <a:off x="6547352" y="2242816"/>
            <a:ext cx="4076701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Path Length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Real (2.88) vs. Random (2.63)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Despite having strong local clusters, information still travels across the network incredibly fast.</a:t>
            </a:r>
          </a:p>
        </p:txBody>
      </p:sp>
    </p:spTree>
    <p:extLst>
      <p:ext uri="{BB962C8B-B14F-4D97-AF65-F5344CB8AC3E}">
        <p14:creationId xmlns:p14="http://schemas.microsoft.com/office/powerpoint/2010/main" val="872947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7B64FC-328D-1B39-2C7F-D02A0EE22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A8EE8F28-4D8D-8CE5-1781-52950036D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3645253-1B1A-AC1F-25A9-A03D95DB2D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C364588-4D76-F574-7F83-2EF67D4B72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A5F74D-258A-721B-DA3E-77A78A1343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798222C-C74F-53A6-3C8A-B3B5BC6FB5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6447A52-482B-3FEA-7989-8152D3960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15" y="3111398"/>
            <a:ext cx="4920231" cy="666949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Community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F314A-7A9E-783D-D50A-F3CDEB5EB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654" y="574350"/>
            <a:ext cx="6555832" cy="57410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Louvain Method (Optimization-based) </a:t>
            </a:r>
          </a:p>
          <a:p>
            <a:r>
              <a:rPr lang="en-US"/>
              <a:t>Found 29 communities</a:t>
            </a:r>
            <a:r>
              <a:rPr lang="en-US" dirty="0"/>
              <a:t>.</a:t>
            </a:r>
          </a:p>
          <a:p>
            <a:r>
              <a:rPr lang="en-US" dirty="0"/>
              <a:t>Modularity: 0.42 (Indicates strong, meaningful structure)</a:t>
            </a:r>
          </a:p>
          <a:p>
            <a:r>
              <a:rPr lang="en-US" dirty="0"/>
              <a:t>Avg. Conductance: 0.08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Label Propagation (Flow-based)</a:t>
            </a:r>
          </a:p>
          <a:p>
            <a:r>
              <a:rPr lang="en-US" dirty="0"/>
              <a:t>Found 38 communities.</a:t>
            </a:r>
          </a:p>
          <a:p>
            <a:r>
              <a:rPr lang="en-US" dirty="0"/>
              <a:t>Modularity of nearly zero (0.001)</a:t>
            </a:r>
          </a:p>
          <a:p>
            <a:r>
              <a:rPr lang="en-US" dirty="0"/>
              <a:t>Avg. Conductance: 0.13</a:t>
            </a:r>
          </a:p>
        </p:txBody>
      </p:sp>
    </p:spTree>
    <p:extLst>
      <p:ext uri="{BB962C8B-B14F-4D97-AF65-F5344CB8AC3E}">
        <p14:creationId xmlns:p14="http://schemas.microsoft.com/office/powerpoint/2010/main" val="254371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A56F166-8D67-2410-2F8A-D9E15017C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24" y="533647"/>
            <a:ext cx="4988689" cy="1616203"/>
          </a:xfrm>
        </p:spPr>
        <p:txBody>
          <a:bodyPr anchor="b">
            <a:no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Filtered View (K-Core Analysis, k=20)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64C50-D9F2-97FE-1B28-090684E02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40" y="2459116"/>
            <a:ext cx="3985623" cy="4078844"/>
          </a:xfrm>
        </p:spPr>
        <p:txBody>
          <a:bodyPr>
            <a:normAutofit lnSpcReduction="10000"/>
          </a:bodyPr>
          <a:lstStyle/>
          <a:p>
            <a:r>
              <a:rPr lang="en-US" sz="2000" dirty="0">
                <a:solidFill>
                  <a:srgbClr val="FFFFFF"/>
                </a:solidFill>
              </a:rPr>
              <a:t>Inner Circle is a coalition of different subgroups.</a:t>
            </a:r>
          </a:p>
          <a:p>
            <a:endParaRPr lang="en-US" sz="2000" dirty="0">
              <a:solidFill>
                <a:srgbClr val="FFFFFF"/>
              </a:solidFill>
            </a:endParaRPr>
          </a:p>
          <a:p>
            <a:r>
              <a:rPr lang="en-US" sz="2000" dirty="0">
                <a:solidFill>
                  <a:srgbClr val="FFFFFF"/>
                </a:solidFill>
              </a:rPr>
              <a:t>Started with  7,115 nodes, left with 2,098 nodes. </a:t>
            </a:r>
          </a:p>
          <a:p>
            <a:endParaRPr lang="en-US" sz="2000" dirty="0">
              <a:solidFill>
                <a:srgbClr val="FFFFFF"/>
              </a:solidFill>
            </a:endParaRPr>
          </a:p>
          <a:p>
            <a:r>
              <a:rPr lang="en-US" sz="2000" dirty="0">
                <a:solidFill>
                  <a:srgbClr val="FFFFFF"/>
                </a:solidFill>
              </a:rPr>
              <a:t>30% of the users act as the Inner Circle</a:t>
            </a:r>
            <a:r>
              <a:rPr lang="tr-TR" sz="2000" dirty="0">
                <a:solidFill>
                  <a:srgbClr val="FFFFFF"/>
                </a:solidFill>
              </a:rPr>
              <a:t>.</a:t>
            </a:r>
            <a:endParaRPr lang="en-US" sz="2000" dirty="0">
              <a:solidFill>
                <a:srgbClr val="FFFFFF"/>
              </a:solidFill>
            </a:endParaRPr>
          </a:p>
          <a:p>
            <a:endParaRPr lang="en-US" sz="2000" dirty="0">
              <a:solidFill>
                <a:srgbClr val="FFFFFF"/>
              </a:solidFill>
            </a:endParaRPr>
          </a:p>
          <a:p>
            <a:r>
              <a:rPr lang="en-US" sz="2000" dirty="0">
                <a:solidFill>
                  <a:srgbClr val="FFFFFF"/>
                </a:solidFill>
              </a:rPr>
              <a:t>These are the highly active users who sustain the voting ecosystem.</a:t>
            </a:r>
          </a:p>
          <a:p>
            <a:endParaRPr lang="en-US" sz="2000" dirty="0">
              <a:solidFill>
                <a:srgbClr val="FFFFFF"/>
              </a:solidFill>
            </a:endParaRPr>
          </a:p>
          <a:p>
            <a:endParaRPr lang="en-US" sz="2000" dirty="0">
              <a:solidFill>
                <a:srgbClr val="FFFFFF"/>
              </a:solidFill>
            </a:endParaRPr>
          </a:p>
        </p:txBody>
      </p:sp>
      <p:pic>
        <p:nvPicPr>
          <p:cNvPr id="5" name="Picture 4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7EC88F5E-4A7E-A59D-D01F-CFB33BD73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247" y="787114"/>
            <a:ext cx="4927116" cy="528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647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FA6CD99-E376-48A2-0BC1-1CB5F0039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742" y="1178053"/>
            <a:ext cx="4673043" cy="785323"/>
          </a:xfrm>
        </p:spPr>
        <p:txBody>
          <a:bodyPr anchor="b">
            <a:no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Diffusion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FAA85-F46C-238D-AAB9-2B6D2A85C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084" y="2337196"/>
            <a:ext cx="3702579" cy="3524823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FFFF"/>
                </a:solidFill>
              </a:rPr>
              <a:t>Targeting Admins guarantees instant spread. ~1,000 users by Step 2.</a:t>
            </a:r>
          </a:p>
          <a:p>
            <a:endParaRPr lang="en-US" sz="2000" dirty="0">
              <a:solidFill>
                <a:srgbClr val="FFFFFF"/>
              </a:solidFill>
            </a:endParaRPr>
          </a:p>
          <a:p>
            <a:r>
              <a:rPr lang="en-US" sz="2000" dirty="0">
                <a:solidFill>
                  <a:srgbClr val="FFFFFF"/>
                </a:solidFill>
              </a:rPr>
              <a:t>High influence leads to a large spread, but with a 2-step lag.</a:t>
            </a:r>
          </a:p>
          <a:p>
            <a:endParaRPr lang="en-US" sz="2000" dirty="0">
              <a:solidFill>
                <a:srgbClr val="FFFFFF"/>
              </a:solidFill>
            </a:endParaRPr>
          </a:p>
          <a:p>
            <a:r>
              <a:rPr lang="en-US" sz="2000" dirty="0">
                <a:solidFill>
                  <a:srgbClr val="FFFFFF"/>
                </a:solidFill>
              </a:rPr>
              <a:t>The average user is very powerless.</a:t>
            </a:r>
          </a:p>
          <a:p>
            <a:endParaRPr lang="en-US" sz="2000" dirty="0">
              <a:solidFill>
                <a:srgbClr val="FFFFFF"/>
              </a:solidFill>
            </a:endParaRPr>
          </a:p>
          <a:p>
            <a:endParaRPr lang="en-US" sz="2000" dirty="0">
              <a:solidFill>
                <a:srgbClr val="FFFFFF"/>
              </a:solidFill>
            </a:endParaRPr>
          </a:p>
        </p:txBody>
      </p:sp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770EDA7E-1B4D-2B44-73AD-4039573E1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0446" y="348573"/>
            <a:ext cx="5204962" cy="32661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144BF9-7F3C-E117-1772-1AE980989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446" y="3615603"/>
            <a:ext cx="5204963" cy="325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875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879866-9D90-BA83-861C-5E3011C1A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2F9E2B2-90EC-4811-5117-263BECDC8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157B8CD-7922-5FA3-EC7D-0B9E771EC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2C75C1F-D8E3-2769-F92A-DDA6180B3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BCF12A0-6FE1-84BD-D785-EAF18DF5F2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DBF7B80-F04E-303C-9ED8-7F6CB1AA1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90A5422-616A-FF36-C9A7-E6A680117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616" y="3036338"/>
            <a:ext cx="5204957" cy="785323"/>
          </a:xfrm>
        </p:spPr>
        <p:txBody>
          <a:bodyPr anchor="b">
            <a:no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Conclusion &amp; Top Insights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3FEFA5F-7A02-EAA5-0420-865DDEA28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1274" y="1201750"/>
            <a:ext cx="6366900" cy="3669176"/>
          </a:xfrm>
        </p:spPr>
        <p:txBody>
          <a:bodyPr>
            <a:normAutofit/>
          </a:bodyPr>
          <a:lstStyle/>
          <a:p>
            <a:r>
              <a:rPr lang="en-US" dirty="0"/>
              <a:t>A few super-voters dominate the network. Heavy-tailed distribution.</a:t>
            </a:r>
          </a:p>
          <a:p>
            <a:r>
              <a:rPr lang="en-US" dirty="0"/>
              <a:t>31 distinct communities exist.</a:t>
            </a:r>
          </a:p>
          <a:p>
            <a:r>
              <a:rPr lang="en-US" dirty="0"/>
              <a:t>Low reciprocity and negative </a:t>
            </a:r>
            <a:r>
              <a:rPr lang="en-US" dirty="0" err="1"/>
              <a:t>assortativity</a:t>
            </a:r>
            <a:r>
              <a:rPr lang="en-US" dirty="0"/>
              <a:t> confirm a “User-&gt;Admin” voting flow.</a:t>
            </a:r>
          </a:p>
          <a:p>
            <a:r>
              <a:rPr lang="en-US" dirty="0"/>
              <a:t>Information travels very fast</a:t>
            </a:r>
            <a:r>
              <a:rPr lang="tr-TR" dirty="0"/>
              <a:t> in ~3 steps. (Small-World)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97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97ea58d-47e6-47cc-9ab7-39ab03def869}" enabled="1" method="Standard" siteId="{505cca53-5750-4134-9501-8d52d5df3cd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1502</TotalTime>
  <Words>769</Words>
  <Application>Microsoft Office PowerPoint</Application>
  <PresentationFormat>Widescreen</PresentationFormat>
  <Paragraphs>133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Structural &amp; Community Analysis of the Wiki-Vote Network</vt:lpstr>
      <vt:lpstr>Dataset Overview</vt:lpstr>
      <vt:lpstr>Layout Comparison</vt:lpstr>
      <vt:lpstr>In-Degree Distribution</vt:lpstr>
      <vt:lpstr>Out-Degree Distribution</vt:lpstr>
      <vt:lpstr>Ego Net 1.5 Radius</vt:lpstr>
      <vt:lpstr>Network Metrics</vt:lpstr>
      <vt:lpstr>Centrality &amp; Power Structure</vt:lpstr>
      <vt:lpstr>Small-World Analysis</vt:lpstr>
      <vt:lpstr>Community Detection</vt:lpstr>
      <vt:lpstr>Filtered View (K-Core Analysis, k=20)</vt:lpstr>
      <vt:lpstr>Diffusion Simulation</vt:lpstr>
      <vt:lpstr>Conclusion &amp; Top Insights</vt:lpstr>
    </vt:vector>
  </TitlesOfParts>
  <Company>Daimler Truck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Caglar, Mehmet Sina (152)</dc:creator>
  <cp:lastModifiedBy>Caglar, Mehmet Sina (152)</cp:lastModifiedBy>
  <cp:revision>1</cp:revision>
  <dcterms:created xsi:type="dcterms:W3CDTF">2025-12-20T11:26:08Z</dcterms:created>
  <dcterms:modified xsi:type="dcterms:W3CDTF">2025-12-26T04:14:34Z</dcterms:modified>
</cp:coreProperties>
</file>